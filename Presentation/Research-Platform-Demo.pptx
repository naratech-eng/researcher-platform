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302" r:id="rId1"/>
  </p:sldMasterIdLst>
  <p:notesMasterIdLst>
    <p:notesMasterId r:id="rId24"/>
  </p:notesMasterIdLst>
  <p:sldIdLst>
    <p:sldId id="258" r:id="rId2"/>
    <p:sldId id="259" r:id="rId3"/>
    <p:sldId id="261" r:id="rId4"/>
    <p:sldId id="262" r:id="rId5"/>
    <p:sldId id="263" r:id="rId6"/>
    <p:sldId id="264" r:id="rId7"/>
    <p:sldId id="265" r:id="rId8"/>
    <p:sldId id="266" r:id="rId9"/>
    <p:sldId id="269" r:id="rId10"/>
    <p:sldId id="271" r:id="rId11"/>
    <p:sldId id="272" r:id="rId12"/>
    <p:sldId id="273" r:id="rId13"/>
    <p:sldId id="274" r:id="rId14"/>
    <p:sldId id="275" r:id="rId15"/>
    <p:sldId id="278" r:id="rId16"/>
    <p:sldId id="277" r:id="rId17"/>
    <p:sldId id="276" r:id="rId18"/>
    <p:sldId id="282" r:id="rId19"/>
    <p:sldId id="279" r:id="rId20"/>
    <p:sldId id="280" r:id="rId21"/>
    <p:sldId id="281" r:id="rId22"/>
    <p:sldId id="283"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ECBF27C-F061-6AA6-A67B-F11579E2F4E8}" v="54" dt="2025-11-20T00:17:54.240"/>
    <p1510:client id="{65935EDD-FB44-274F-8471-8B88A46DCE43}" v="423" dt="2025-11-20T15:29:11.83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6568"/>
    <p:restoredTop sz="94662"/>
  </p:normalViewPr>
  <p:slideViewPr>
    <p:cSldViewPr snapToGrid="0">
      <p:cViewPr varScale="1">
        <p:scale>
          <a:sx n="109" d="100"/>
          <a:sy n="109" d="100"/>
        </p:scale>
        <p:origin x="108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jeewa Kumara Narayana Narayana Mudiyanselage" userId="S::narayans@uoguelph.ca::96a6db12-3713-4001-bd3f-0c7660fdb900" providerId="AD" clId="Web-{1ECBF27C-F061-6AA6-A67B-F11579E2F4E8}"/>
    <pc:docChg chg="addSld delSld modSld">
      <pc:chgData name="Sanjeewa Kumara Narayana Narayana Mudiyanselage" userId="S::narayans@uoguelph.ca::96a6db12-3713-4001-bd3f-0c7660fdb900" providerId="AD" clId="Web-{1ECBF27C-F061-6AA6-A67B-F11579E2F4E8}" dt="2025-11-20T00:17:54.240" v="80"/>
      <pc:docMkLst>
        <pc:docMk/>
      </pc:docMkLst>
      <pc:sldChg chg="addSp delSp modSp del mod setClrOvrMap">
        <pc:chgData name="Sanjeewa Kumara Narayana Narayana Mudiyanselage" userId="S::narayans@uoguelph.ca::96a6db12-3713-4001-bd3f-0c7660fdb900" providerId="AD" clId="Web-{1ECBF27C-F061-6AA6-A67B-F11579E2F4E8}" dt="2025-11-19T23:24:46.360" v="27"/>
        <pc:sldMkLst>
          <pc:docMk/>
          <pc:sldMk cId="294117131" sldId="256"/>
        </pc:sldMkLst>
        <pc:spChg chg="mod">
          <ac:chgData name="Sanjeewa Kumara Narayana Narayana Mudiyanselage" userId="S::narayans@uoguelph.ca::96a6db12-3713-4001-bd3f-0c7660fdb900" providerId="AD" clId="Web-{1ECBF27C-F061-6AA6-A67B-F11579E2F4E8}" dt="2025-11-19T23:24:27.048" v="26"/>
          <ac:spMkLst>
            <pc:docMk/>
            <pc:sldMk cId="294117131" sldId="256"/>
            <ac:spMk id="2" creationId="{F9A9CA41-ED4B-D0B4-8CA5-46795D856B0F}"/>
          </ac:spMkLst>
        </pc:spChg>
        <pc:spChg chg="mod">
          <ac:chgData name="Sanjeewa Kumara Narayana Narayana Mudiyanselage" userId="S::narayans@uoguelph.ca::96a6db12-3713-4001-bd3f-0c7660fdb900" providerId="AD" clId="Web-{1ECBF27C-F061-6AA6-A67B-F11579E2F4E8}" dt="2025-11-19T23:24:27.048" v="26"/>
          <ac:spMkLst>
            <pc:docMk/>
            <pc:sldMk cId="294117131" sldId="256"/>
            <ac:spMk id="3" creationId="{53C88293-6EC2-77CD-7CBD-B04DFB9AEB9D}"/>
          </ac:spMkLst>
        </pc:spChg>
        <pc:spChg chg="del">
          <ac:chgData name="Sanjeewa Kumara Narayana Narayana Mudiyanselage" userId="S::narayans@uoguelph.ca::96a6db12-3713-4001-bd3f-0c7660fdb900" providerId="AD" clId="Web-{1ECBF27C-F061-6AA6-A67B-F11579E2F4E8}" dt="2025-11-19T23:24:27.048" v="26"/>
          <ac:spMkLst>
            <pc:docMk/>
            <pc:sldMk cId="294117131" sldId="256"/>
            <ac:spMk id="10" creationId="{19F9BF86-FE94-4517-B97D-026C7515E589}"/>
          </ac:spMkLst>
        </pc:spChg>
        <pc:spChg chg="del">
          <ac:chgData name="Sanjeewa Kumara Narayana Narayana Mudiyanselage" userId="S::narayans@uoguelph.ca::96a6db12-3713-4001-bd3f-0c7660fdb900" providerId="AD" clId="Web-{1ECBF27C-F061-6AA6-A67B-F11579E2F4E8}" dt="2025-11-19T23:24:27.048" v="26"/>
          <ac:spMkLst>
            <pc:docMk/>
            <pc:sldMk cId="294117131" sldId="256"/>
            <ac:spMk id="12" creationId="{D30DD7D3-2712-4491-B2C2-5FC23330C7CB}"/>
          </ac:spMkLst>
        </pc:spChg>
        <pc:spChg chg="add">
          <ac:chgData name="Sanjeewa Kumara Narayana Narayana Mudiyanselage" userId="S::narayans@uoguelph.ca::96a6db12-3713-4001-bd3f-0c7660fdb900" providerId="AD" clId="Web-{1ECBF27C-F061-6AA6-A67B-F11579E2F4E8}" dt="2025-11-19T23:24:27.048" v="26"/>
          <ac:spMkLst>
            <pc:docMk/>
            <pc:sldMk cId="294117131" sldId="256"/>
            <ac:spMk id="19" creationId="{19F9BF86-FE94-4517-B97D-026C7515E589}"/>
          </ac:spMkLst>
        </pc:spChg>
        <pc:spChg chg="add">
          <ac:chgData name="Sanjeewa Kumara Narayana Narayana Mudiyanselage" userId="S::narayans@uoguelph.ca::96a6db12-3713-4001-bd3f-0c7660fdb900" providerId="AD" clId="Web-{1ECBF27C-F061-6AA6-A67B-F11579E2F4E8}" dt="2025-11-19T23:24:27.048" v="26"/>
          <ac:spMkLst>
            <pc:docMk/>
            <pc:sldMk cId="294117131" sldId="256"/>
            <ac:spMk id="21" creationId="{D50741CA-59A3-4426-8205-D763C968E879}"/>
          </ac:spMkLst>
        </pc:spChg>
        <pc:picChg chg="del">
          <ac:chgData name="Sanjeewa Kumara Narayana Narayana Mudiyanselage" userId="S::narayans@uoguelph.ca::96a6db12-3713-4001-bd3f-0c7660fdb900" providerId="AD" clId="Web-{1ECBF27C-F061-6AA6-A67B-F11579E2F4E8}" dt="2025-11-19T23:20:05.488" v="8"/>
          <ac:picMkLst>
            <pc:docMk/>
            <pc:sldMk cId="294117131" sldId="256"/>
            <ac:picMk id="5" creationId="{79BAA815-A927-74A3-A943-4F2A87575F3D}"/>
          </ac:picMkLst>
        </pc:picChg>
        <pc:picChg chg="add del mod">
          <ac:chgData name="Sanjeewa Kumara Narayana Narayana Mudiyanselage" userId="S::narayans@uoguelph.ca::96a6db12-3713-4001-bd3f-0c7660fdb900" providerId="AD" clId="Web-{1ECBF27C-F061-6AA6-A67B-F11579E2F4E8}" dt="2025-11-19T23:20:04.269" v="7"/>
          <ac:picMkLst>
            <pc:docMk/>
            <pc:sldMk cId="294117131" sldId="256"/>
            <ac:picMk id="6" creationId="{9DDDAF36-EDF2-A1DC-01E1-6EF1712566B6}"/>
          </ac:picMkLst>
        </pc:picChg>
        <pc:picChg chg="add mod ord">
          <ac:chgData name="Sanjeewa Kumara Narayana Narayana Mudiyanselage" userId="S::narayans@uoguelph.ca::96a6db12-3713-4001-bd3f-0c7660fdb900" providerId="AD" clId="Web-{1ECBF27C-F061-6AA6-A67B-F11579E2F4E8}" dt="2025-11-19T23:24:27.048" v="26"/>
          <ac:picMkLst>
            <pc:docMk/>
            <pc:sldMk cId="294117131" sldId="256"/>
            <ac:picMk id="7" creationId="{A9194F5C-C21E-22AA-0331-F1A345561F87}"/>
          </ac:picMkLst>
        </pc:picChg>
        <pc:cxnChg chg="del">
          <ac:chgData name="Sanjeewa Kumara Narayana Narayana Mudiyanselage" userId="S::narayans@uoguelph.ca::96a6db12-3713-4001-bd3f-0c7660fdb900" providerId="AD" clId="Web-{1ECBF27C-F061-6AA6-A67B-F11579E2F4E8}" dt="2025-11-19T23:24:27.048" v="26"/>
          <ac:cxnSpMkLst>
            <pc:docMk/>
            <pc:sldMk cId="294117131" sldId="256"/>
            <ac:cxnSpMk id="14" creationId="{FFD0734C-004D-4938-8EA0-2C3867A11A66}"/>
          </ac:cxnSpMkLst>
        </pc:cxnChg>
        <pc:cxnChg chg="add">
          <ac:chgData name="Sanjeewa Kumara Narayana Narayana Mudiyanselage" userId="S::narayans@uoguelph.ca::96a6db12-3713-4001-bd3f-0c7660fdb900" providerId="AD" clId="Web-{1ECBF27C-F061-6AA6-A67B-F11579E2F4E8}" dt="2025-11-19T23:24:27.048" v="26"/>
          <ac:cxnSpMkLst>
            <pc:docMk/>
            <pc:sldMk cId="294117131" sldId="256"/>
            <ac:cxnSpMk id="23" creationId="{B05D162C-996E-4B39-A3EF-DB9D0EEF2E33}"/>
          </ac:cxnSpMkLst>
        </pc:cxnChg>
      </pc:sldChg>
      <pc:sldChg chg="new">
        <pc:chgData name="Sanjeewa Kumara Narayana Narayana Mudiyanselage" userId="S::narayans@uoguelph.ca::96a6db12-3713-4001-bd3f-0c7660fdb900" providerId="AD" clId="Web-{1ECBF27C-F061-6AA6-A67B-F11579E2F4E8}" dt="2025-11-19T22:48:23.662" v="1"/>
        <pc:sldMkLst>
          <pc:docMk/>
          <pc:sldMk cId="1511661223" sldId="256"/>
        </pc:sldMkLst>
      </pc:sldChg>
      <pc:sldChg chg="del">
        <pc:chgData name="Sanjeewa Kumara Narayana Narayana Mudiyanselage" userId="S::narayans@uoguelph.ca::96a6db12-3713-4001-bd3f-0c7660fdb900" providerId="AD" clId="Web-{1ECBF27C-F061-6AA6-A67B-F11579E2F4E8}" dt="2025-11-19T22:48:06.537" v="0"/>
        <pc:sldMkLst>
          <pc:docMk/>
          <pc:sldMk cId="1061097946" sldId="257"/>
        </pc:sldMkLst>
      </pc:sldChg>
      <pc:sldChg chg="addSp delSp modSp new mod setBg">
        <pc:chgData name="Sanjeewa Kumara Narayana Narayana Mudiyanselage" userId="S::narayans@uoguelph.ca::96a6db12-3713-4001-bd3f-0c7660fdb900" providerId="AD" clId="Web-{1ECBF27C-F061-6AA6-A67B-F11579E2F4E8}" dt="2025-11-19T23:22:24.049" v="24"/>
        <pc:sldMkLst>
          <pc:docMk/>
          <pc:sldMk cId="4085149053" sldId="257"/>
        </pc:sldMkLst>
        <pc:spChg chg="add del">
          <ac:chgData name="Sanjeewa Kumara Narayana Narayana Mudiyanselage" userId="S::narayans@uoguelph.ca::96a6db12-3713-4001-bd3f-0c7660fdb900" providerId="AD" clId="Web-{1ECBF27C-F061-6AA6-A67B-F11579E2F4E8}" dt="2025-11-19T23:22:04.002" v="14"/>
          <ac:spMkLst>
            <pc:docMk/>
            <pc:sldMk cId="4085149053" sldId="257"/>
            <ac:spMk id="7" creationId="{ABA4FDDF-F59C-428B-8603-3A86D75931AB}"/>
          </ac:spMkLst>
        </pc:spChg>
        <pc:spChg chg="add del">
          <ac:chgData name="Sanjeewa Kumara Narayana Narayana Mudiyanselage" userId="S::narayans@uoguelph.ca::96a6db12-3713-4001-bd3f-0c7660fdb900" providerId="AD" clId="Web-{1ECBF27C-F061-6AA6-A67B-F11579E2F4E8}" dt="2025-11-19T23:22:06.487" v="16"/>
          <ac:spMkLst>
            <pc:docMk/>
            <pc:sldMk cId="4085149053" sldId="257"/>
            <ac:spMk id="9" creationId="{CDBAA4D9-7A8D-CE7B-3756-485ACF18AF72}"/>
          </ac:spMkLst>
        </pc:spChg>
        <pc:spChg chg="add del">
          <ac:chgData name="Sanjeewa Kumara Narayana Narayana Mudiyanselage" userId="S::narayans@uoguelph.ca::96a6db12-3713-4001-bd3f-0c7660fdb900" providerId="AD" clId="Web-{1ECBF27C-F061-6AA6-A67B-F11579E2F4E8}" dt="2025-11-19T23:22:06.487" v="16"/>
          <ac:spMkLst>
            <pc:docMk/>
            <pc:sldMk cId="4085149053" sldId="257"/>
            <ac:spMk id="10" creationId="{ABA4FDDF-F59C-428B-8603-3A86D75931AB}"/>
          </ac:spMkLst>
        </pc:spChg>
        <pc:spChg chg="add del">
          <ac:chgData name="Sanjeewa Kumara Narayana Narayana Mudiyanselage" userId="S::narayans@uoguelph.ca::96a6db12-3713-4001-bd3f-0c7660fdb900" providerId="AD" clId="Web-{1ECBF27C-F061-6AA6-A67B-F11579E2F4E8}" dt="2025-11-19T23:22:08.534" v="18"/>
          <ac:spMkLst>
            <pc:docMk/>
            <pc:sldMk cId="4085149053" sldId="257"/>
            <ac:spMk id="13" creationId="{ABA4FDDF-F59C-428B-8603-3A86D75931AB}"/>
          </ac:spMkLst>
        </pc:spChg>
        <pc:spChg chg="add del">
          <ac:chgData name="Sanjeewa Kumara Narayana Narayana Mudiyanselage" userId="S::narayans@uoguelph.ca::96a6db12-3713-4001-bd3f-0c7660fdb900" providerId="AD" clId="Web-{1ECBF27C-F061-6AA6-A67B-F11579E2F4E8}" dt="2025-11-19T23:22:11.909" v="20"/>
          <ac:spMkLst>
            <pc:docMk/>
            <pc:sldMk cId="4085149053" sldId="257"/>
            <ac:spMk id="16" creationId="{ABA4FDDF-F59C-428B-8603-3A86D75931AB}"/>
          </ac:spMkLst>
        </pc:spChg>
        <pc:spChg chg="add del">
          <ac:chgData name="Sanjeewa Kumara Narayana Narayana Mudiyanselage" userId="S::narayans@uoguelph.ca::96a6db12-3713-4001-bd3f-0c7660fdb900" providerId="AD" clId="Web-{1ECBF27C-F061-6AA6-A67B-F11579E2F4E8}" dt="2025-11-19T23:22:15.002" v="22"/>
          <ac:spMkLst>
            <pc:docMk/>
            <pc:sldMk cId="4085149053" sldId="257"/>
            <ac:spMk id="18" creationId="{ABA4FDDF-F59C-428B-8603-3A86D75931AB}"/>
          </ac:spMkLst>
        </pc:spChg>
        <pc:spChg chg="add">
          <ac:chgData name="Sanjeewa Kumara Narayana Narayana Mudiyanselage" userId="S::narayans@uoguelph.ca::96a6db12-3713-4001-bd3f-0c7660fdb900" providerId="AD" clId="Web-{1ECBF27C-F061-6AA6-A67B-F11579E2F4E8}" dt="2025-11-19T23:22:15.002" v="23"/>
          <ac:spMkLst>
            <pc:docMk/>
            <pc:sldMk cId="4085149053" sldId="257"/>
            <ac:spMk id="21" creationId="{ABA4FDDF-F59C-428B-8603-3A86D75931AB}"/>
          </ac:spMkLst>
        </pc:spChg>
        <pc:picChg chg="add del mod">
          <ac:chgData name="Sanjeewa Kumara Narayana Narayana Mudiyanselage" userId="S::narayans@uoguelph.ca::96a6db12-3713-4001-bd3f-0c7660fdb900" providerId="AD" clId="Web-{1ECBF27C-F061-6AA6-A67B-F11579E2F4E8}" dt="2025-11-19T23:22:24.049" v="24"/>
          <ac:picMkLst>
            <pc:docMk/>
            <pc:sldMk cId="4085149053" sldId="257"/>
            <ac:picMk id="2" creationId="{A585668C-F47A-109D-0262-27D05E9F26EB}"/>
          </ac:picMkLst>
        </pc:picChg>
        <pc:cxnChg chg="add del">
          <ac:chgData name="Sanjeewa Kumara Narayana Narayana Mudiyanselage" userId="S::narayans@uoguelph.ca::96a6db12-3713-4001-bd3f-0c7660fdb900" providerId="AD" clId="Web-{1ECBF27C-F061-6AA6-A67B-F11579E2F4E8}" dt="2025-11-19T23:22:06.487" v="16"/>
          <ac:cxnSpMkLst>
            <pc:docMk/>
            <pc:sldMk cId="4085149053" sldId="257"/>
            <ac:cxnSpMk id="11" creationId="{9AE2764D-E1C7-4C0E-A5A4-12411550ABAD}"/>
          </ac:cxnSpMkLst>
        </pc:cxnChg>
        <pc:cxnChg chg="add del">
          <ac:chgData name="Sanjeewa Kumara Narayana Narayana Mudiyanselage" userId="S::narayans@uoguelph.ca::96a6db12-3713-4001-bd3f-0c7660fdb900" providerId="AD" clId="Web-{1ECBF27C-F061-6AA6-A67B-F11579E2F4E8}" dt="2025-11-19T23:22:08.534" v="18"/>
          <ac:cxnSpMkLst>
            <pc:docMk/>
            <pc:sldMk cId="4085149053" sldId="257"/>
            <ac:cxnSpMk id="14" creationId="{19F39946-6C27-40AB-A613-7930E921976F}"/>
          </ac:cxnSpMkLst>
        </pc:cxnChg>
        <pc:cxnChg chg="add del">
          <ac:chgData name="Sanjeewa Kumara Narayana Narayana Mudiyanselage" userId="S::narayans@uoguelph.ca::96a6db12-3713-4001-bd3f-0c7660fdb900" providerId="AD" clId="Web-{1ECBF27C-F061-6AA6-A67B-F11579E2F4E8}" dt="2025-11-19T23:22:15.002" v="22"/>
          <ac:cxnSpMkLst>
            <pc:docMk/>
            <pc:sldMk cId="4085149053" sldId="257"/>
            <ac:cxnSpMk id="19" creationId="{9AE2764D-E1C7-4C0E-A5A4-12411550ABAD}"/>
          </ac:cxnSpMkLst>
        </pc:cxnChg>
        <pc:cxnChg chg="add">
          <ac:chgData name="Sanjeewa Kumara Narayana Narayana Mudiyanselage" userId="S::narayans@uoguelph.ca::96a6db12-3713-4001-bd3f-0c7660fdb900" providerId="AD" clId="Web-{1ECBF27C-F061-6AA6-A67B-F11579E2F4E8}" dt="2025-11-19T23:22:15.002" v="23"/>
          <ac:cxnSpMkLst>
            <pc:docMk/>
            <pc:sldMk cId="4085149053" sldId="257"/>
            <ac:cxnSpMk id="22" creationId="{3EAD13EF-74FA-4D38-8F15-B51F09C96B35}"/>
          </ac:cxnSpMkLst>
        </pc:cxnChg>
      </pc:sldChg>
      <pc:sldChg chg="addSp delSp modSp mod setBg">
        <pc:chgData name="Sanjeewa Kumara Narayana Narayana Mudiyanselage" userId="S::narayans@uoguelph.ca::96a6db12-3713-4001-bd3f-0c7660fdb900" providerId="AD" clId="Web-{1ECBF27C-F061-6AA6-A67B-F11579E2F4E8}" dt="2025-11-19T23:49:56.516" v="40"/>
        <pc:sldMkLst>
          <pc:docMk/>
          <pc:sldMk cId="1031670902" sldId="258"/>
        </pc:sldMkLst>
        <pc:spChg chg="add del">
          <ac:chgData name="Sanjeewa Kumara Narayana Narayana Mudiyanselage" userId="S::narayans@uoguelph.ca::96a6db12-3713-4001-bd3f-0c7660fdb900" providerId="AD" clId="Web-{1ECBF27C-F061-6AA6-A67B-F11579E2F4E8}" dt="2025-11-19T23:48:46.877" v="32"/>
          <ac:spMkLst>
            <pc:docMk/>
            <pc:sldMk cId="1031670902" sldId="258"/>
            <ac:spMk id="7" creationId="{ABA4FDDF-F59C-428B-8603-3A86D75931AB}"/>
          </ac:spMkLst>
        </pc:spChg>
        <pc:spChg chg="add del">
          <ac:chgData name="Sanjeewa Kumara Narayana Narayana Mudiyanselage" userId="S::narayans@uoguelph.ca::96a6db12-3713-4001-bd3f-0c7660fdb900" providerId="AD" clId="Web-{1ECBF27C-F061-6AA6-A67B-F11579E2F4E8}" dt="2025-11-19T23:49:56.516" v="40"/>
          <ac:spMkLst>
            <pc:docMk/>
            <pc:sldMk cId="1031670902" sldId="258"/>
            <ac:spMk id="12" creationId="{ABA4FDDF-F59C-428B-8603-3A86D75931AB}"/>
          </ac:spMkLst>
        </pc:spChg>
        <pc:spChg chg="add">
          <ac:chgData name="Sanjeewa Kumara Narayana Narayana Mudiyanselage" userId="S::narayans@uoguelph.ca::96a6db12-3713-4001-bd3f-0c7660fdb900" providerId="AD" clId="Web-{1ECBF27C-F061-6AA6-A67B-F11579E2F4E8}" dt="2025-11-19T23:49:56.516" v="40"/>
          <ac:spMkLst>
            <pc:docMk/>
            <pc:sldMk cId="1031670902" sldId="258"/>
            <ac:spMk id="19" creationId="{ABA4FDDF-F59C-428B-8603-3A86D75931AB}"/>
          </ac:spMkLst>
        </pc:spChg>
        <pc:picChg chg="add del mod">
          <ac:chgData name="Sanjeewa Kumara Narayana Narayana Mudiyanselage" userId="S::narayans@uoguelph.ca::96a6db12-3713-4001-bd3f-0c7660fdb900" providerId="AD" clId="Web-{1ECBF27C-F061-6AA6-A67B-F11579E2F4E8}" dt="2025-11-19T23:41:19.711" v="30"/>
          <ac:picMkLst>
            <pc:docMk/>
            <pc:sldMk cId="1031670902" sldId="258"/>
            <ac:picMk id="2" creationId="{AA776003-4C6E-67FE-9D6A-C29DEB4C6CEF}"/>
          </ac:picMkLst>
        </pc:picChg>
        <pc:picChg chg="add mod modCrop">
          <ac:chgData name="Sanjeewa Kumara Narayana Narayana Mudiyanselage" userId="S::narayans@uoguelph.ca::96a6db12-3713-4001-bd3f-0c7660fdb900" providerId="AD" clId="Web-{1ECBF27C-F061-6AA6-A67B-F11579E2F4E8}" dt="2025-11-19T23:49:56.516" v="40"/>
          <ac:picMkLst>
            <pc:docMk/>
            <pc:sldMk cId="1031670902" sldId="258"/>
            <ac:picMk id="3" creationId="{896CA738-319E-C8BB-5951-1FE04EBD5636}"/>
          </ac:picMkLst>
        </pc:picChg>
        <pc:cxnChg chg="add del">
          <ac:chgData name="Sanjeewa Kumara Narayana Narayana Mudiyanselage" userId="S::narayans@uoguelph.ca::96a6db12-3713-4001-bd3f-0c7660fdb900" providerId="AD" clId="Web-{1ECBF27C-F061-6AA6-A67B-F11579E2F4E8}" dt="2025-11-19T23:49:56.516" v="40"/>
          <ac:cxnSpMkLst>
            <pc:docMk/>
            <pc:sldMk cId="1031670902" sldId="258"/>
            <ac:cxnSpMk id="14" creationId="{3EAD13EF-74FA-4D38-8F15-B51F09C96B35}"/>
          </ac:cxnSpMkLst>
        </pc:cxnChg>
        <pc:cxnChg chg="add">
          <ac:chgData name="Sanjeewa Kumara Narayana Narayana Mudiyanselage" userId="S::narayans@uoguelph.ca::96a6db12-3713-4001-bd3f-0c7660fdb900" providerId="AD" clId="Web-{1ECBF27C-F061-6AA6-A67B-F11579E2F4E8}" dt="2025-11-19T23:49:56.516" v="40"/>
          <ac:cxnSpMkLst>
            <pc:docMk/>
            <pc:sldMk cId="1031670902" sldId="258"/>
            <ac:cxnSpMk id="21" creationId="{3EAD13EF-74FA-4D38-8F15-B51F09C96B35}"/>
          </ac:cxnSpMkLst>
        </pc:cxnChg>
      </pc:sldChg>
      <pc:sldChg chg="addSp delSp modSp mod setBg setClrOvrMap">
        <pc:chgData name="Sanjeewa Kumara Narayana Narayana Mudiyanselage" userId="S::narayans@uoguelph.ca::96a6db12-3713-4001-bd3f-0c7660fdb900" providerId="AD" clId="Web-{1ECBF27C-F061-6AA6-A67B-F11579E2F4E8}" dt="2025-11-20T00:17:54.240" v="80"/>
        <pc:sldMkLst>
          <pc:docMk/>
          <pc:sldMk cId="2537621764" sldId="259"/>
        </pc:sldMkLst>
        <pc:spChg chg="mod ord">
          <ac:chgData name="Sanjeewa Kumara Narayana Narayana Mudiyanselage" userId="S::narayans@uoguelph.ca::96a6db12-3713-4001-bd3f-0c7660fdb900" providerId="AD" clId="Web-{1ECBF27C-F061-6AA6-A67B-F11579E2F4E8}" dt="2025-11-20T00:12:11.838" v="77"/>
          <ac:spMkLst>
            <pc:docMk/>
            <pc:sldMk cId="2537621764" sldId="259"/>
            <ac:spMk id="2" creationId="{F556AEB2-E3FC-BF82-DF4F-6DAD31068C90}"/>
          </ac:spMkLst>
        </pc:spChg>
        <pc:spChg chg="del mod ord">
          <ac:chgData name="Sanjeewa Kumara Narayana Narayana Mudiyanselage" userId="S::narayans@uoguelph.ca::96a6db12-3713-4001-bd3f-0c7660fdb900" providerId="AD" clId="Web-{1ECBF27C-F061-6AA6-A67B-F11579E2F4E8}" dt="2025-11-20T00:05:28.965" v="54"/>
          <ac:spMkLst>
            <pc:docMk/>
            <pc:sldMk cId="2537621764" sldId="259"/>
            <ac:spMk id="3" creationId="{2B90445B-21CE-AA98-FEE2-0C38C35EF158}"/>
          </ac:spMkLst>
        </pc:spChg>
        <pc:spChg chg="add del mod">
          <ac:chgData name="Sanjeewa Kumara Narayana Narayana Mudiyanselage" userId="S::narayans@uoguelph.ca::96a6db12-3713-4001-bd3f-0c7660fdb900" providerId="AD" clId="Web-{1ECBF27C-F061-6AA6-A67B-F11579E2F4E8}" dt="2025-11-20T00:09:37.823" v="58"/>
          <ac:spMkLst>
            <pc:docMk/>
            <pc:sldMk cId="2537621764" sldId="259"/>
            <ac:spMk id="6" creationId="{555B2A94-FC57-5EFB-AB18-5C5CBF0246FC}"/>
          </ac:spMkLst>
        </pc:spChg>
        <pc:spChg chg="add del">
          <ac:chgData name="Sanjeewa Kumara Narayana Narayana Mudiyanselage" userId="S::narayans@uoguelph.ca::96a6db12-3713-4001-bd3f-0c7660fdb900" providerId="AD" clId="Web-{1ECBF27C-F061-6AA6-A67B-F11579E2F4E8}" dt="2025-11-19T23:55:40.232" v="42"/>
          <ac:spMkLst>
            <pc:docMk/>
            <pc:sldMk cId="2537621764" sldId="259"/>
            <ac:spMk id="8" creationId="{1653AE3C-AC4F-907C-B473-B9A30D21506F}"/>
          </ac:spMkLst>
        </pc:spChg>
        <pc:spChg chg="add del">
          <ac:chgData name="Sanjeewa Kumara Narayana Narayana Mudiyanselage" userId="S::narayans@uoguelph.ca::96a6db12-3713-4001-bd3f-0c7660fdb900" providerId="AD" clId="Web-{1ECBF27C-F061-6AA6-A67B-F11579E2F4E8}" dt="2025-11-19T23:55:43.654" v="44"/>
          <ac:spMkLst>
            <pc:docMk/>
            <pc:sldMk cId="2537621764" sldId="259"/>
            <ac:spMk id="11" creationId="{DBDA151C-5770-45E4-AAFF-59E7F403866D}"/>
          </ac:spMkLst>
        </pc:spChg>
        <pc:spChg chg="add del">
          <ac:chgData name="Sanjeewa Kumara Narayana Narayana Mudiyanselage" userId="S::narayans@uoguelph.ca::96a6db12-3713-4001-bd3f-0c7660fdb900" providerId="AD" clId="Web-{1ECBF27C-F061-6AA6-A67B-F11579E2F4E8}" dt="2025-11-19T23:55:44.638" v="46"/>
          <ac:spMkLst>
            <pc:docMk/>
            <pc:sldMk cId="2537621764" sldId="259"/>
            <ac:spMk id="13" creationId="{1653AE3C-AC4F-907C-B473-B9A30D21506F}"/>
          </ac:spMkLst>
        </pc:spChg>
        <pc:spChg chg="add del">
          <ac:chgData name="Sanjeewa Kumara Narayana Narayana Mudiyanselage" userId="S::narayans@uoguelph.ca::96a6db12-3713-4001-bd3f-0c7660fdb900" providerId="AD" clId="Web-{1ECBF27C-F061-6AA6-A67B-F11579E2F4E8}" dt="2025-11-20T00:03:23.669" v="53"/>
          <ac:spMkLst>
            <pc:docMk/>
            <pc:sldMk cId="2537621764" sldId="259"/>
            <ac:spMk id="15" creationId="{DBDA151C-5770-45E4-AAFF-59E7F403866D}"/>
          </ac:spMkLst>
        </pc:spChg>
        <pc:spChg chg="add del">
          <ac:chgData name="Sanjeewa Kumara Narayana Narayana Mudiyanselage" userId="S::narayans@uoguelph.ca::96a6db12-3713-4001-bd3f-0c7660fdb900" providerId="AD" clId="Web-{1ECBF27C-F061-6AA6-A67B-F11579E2F4E8}" dt="2025-11-20T00:12:11.838" v="77"/>
          <ac:spMkLst>
            <pc:docMk/>
            <pc:sldMk cId="2537621764" sldId="259"/>
            <ac:spMk id="21" creationId="{744CAA32-F237-419C-A2DD-43C28D920D3C}"/>
          </ac:spMkLst>
        </pc:spChg>
        <pc:spChg chg="add del">
          <ac:chgData name="Sanjeewa Kumara Narayana Narayana Mudiyanselage" userId="S::narayans@uoguelph.ca::96a6db12-3713-4001-bd3f-0c7660fdb900" providerId="AD" clId="Web-{1ECBF27C-F061-6AA6-A67B-F11579E2F4E8}" dt="2025-11-20T00:11:55.651" v="72"/>
          <ac:spMkLst>
            <pc:docMk/>
            <pc:sldMk cId="2537621764" sldId="259"/>
            <ac:spMk id="30" creationId="{19F9BF86-FE94-4517-B97D-026C7515E589}"/>
          </ac:spMkLst>
        </pc:spChg>
        <pc:spChg chg="add del">
          <ac:chgData name="Sanjeewa Kumara Narayana Narayana Mudiyanselage" userId="S::narayans@uoguelph.ca::96a6db12-3713-4001-bd3f-0c7660fdb900" providerId="AD" clId="Web-{1ECBF27C-F061-6AA6-A67B-F11579E2F4E8}" dt="2025-11-20T00:12:06.729" v="74"/>
          <ac:spMkLst>
            <pc:docMk/>
            <pc:sldMk cId="2537621764" sldId="259"/>
            <ac:spMk id="35" creationId="{19F9BF86-FE94-4517-B97D-026C7515E589}"/>
          </ac:spMkLst>
        </pc:spChg>
        <pc:spChg chg="add del">
          <ac:chgData name="Sanjeewa Kumara Narayana Narayana Mudiyanselage" userId="S::narayans@uoguelph.ca::96a6db12-3713-4001-bd3f-0c7660fdb900" providerId="AD" clId="Web-{1ECBF27C-F061-6AA6-A67B-F11579E2F4E8}" dt="2025-11-20T00:12:11.823" v="76"/>
          <ac:spMkLst>
            <pc:docMk/>
            <pc:sldMk cId="2537621764" sldId="259"/>
            <ac:spMk id="39" creationId="{19F9BF86-FE94-4517-B97D-026C7515E589}"/>
          </ac:spMkLst>
        </pc:spChg>
        <pc:spChg chg="add del">
          <ac:chgData name="Sanjeewa Kumara Narayana Narayana Mudiyanselage" userId="S::narayans@uoguelph.ca::96a6db12-3713-4001-bd3f-0c7660fdb900" providerId="AD" clId="Web-{1ECBF27C-F061-6AA6-A67B-F11579E2F4E8}" dt="2025-11-20T00:12:11.823" v="76"/>
          <ac:spMkLst>
            <pc:docMk/>
            <pc:sldMk cId="2537621764" sldId="259"/>
            <ac:spMk id="40" creationId="{D50741CA-59A3-4426-8205-D763C968E879}"/>
          </ac:spMkLst>
        </pc:spChg>
        <pc:spChg chg="add">
          <ac:chgData name="Sanjeewa Kumara Narayana Narayana Mudiyanselage" userId="S::narayans@uoguelph.ca::96a6db12-3713-4001-bd3f-0c7660fdb900" providerId="AD" clId="Web-{1ECBF27C-F061-6AA6-A67B-F11579E2F4E8}" dt="2025-11-20T00:12:11.838" v="77"/>
          <ac:spMkLst>
            <pc:docMk/>
            <pc:sldMk cId="2537621764" sldId="259"/>
            <ac:spMk id="44" creationId="{19F9BF86-FE94-4517-B97D-026C7515E589}"/>
          </ac:spMkLst>
        </pc:spChg>
        <pc:picChg chg="add del mod">
          <ac:chgData name="Sanjeewa Kumara Narayana Narayana Mudiyanselage" userId="S::narayans@uoguelph.ca::96a6db12-3713-4001-bd3f-0c7660fdb900" providerId="AD" clId="Web-{1ECBF27C-F061-6AA6-A67B-F11579E2F4E8}" dt="2025-11-20T00:09:32.729" v="57"/>
          <ac:picMkLst>
            <pc:docMk/>
            <pc:sldMk cId="2537621764" sldId="259"/>
            <ac:picMk id="4" creationId="{7EBCE631-1C6E-399F-EAAC-421D2BBD998F}"/>
          </ac:picMkLst>
        </pc:picChg>
        <pc:picChg chg="add del mod modCrop">
          <ac:chgData name="Sanjeewa Kumara Narayana Narayana Mudiyanselage" userId="S::narayans@uoguelph.ca::96a6db12-3713-4001-bd3f-0c7660fdb900" providerId="AD" clId="Web-{1ECBF27C-F061-6AA6-A67B-F11579E2F4E8}" dt="2025-11-20T00:17:54.240" v="80"/>
          <ac:picMkLst>
            <pc:docMk/>
            <pc:sldMk cId="2537621764" sldId="259"/>
            <ac:picMk id="7" creationId="{EC609B67-1DC6-7E5C-D72F-FDC46C1B1000}"/>
          </ac:picMkLst>
        </pc:picChg>
        <pc:cxnChg chg="add del">
          <ac:chgData name="Sanjeewa Kumara Narayana Narayana Mudiyanselage" userId="S::narayans@uoguelph.ca::96a6db12-3713-4001-bd3f-0c7660fdb900" providerId="AD" clId="Web-{1ECBF27C-F061-6AA6-A67B-F11579E2F4E8}" dt="2025-11-19T23:55:43.654" v="44"/>
          <ac:cxnSpMkLst>
            <pc:docMk/>
            <pc:sldMk cId="2537621764" sldId="259"/>
            <ac:cxnSpMk id="10" creationId="{10694E1F-471C-4340-BE4B-28F2BF7D7A91}"/>
          </ac:cxnSpMkLst>
        </pc:cxnChg>
        <pc:cxnChg chg="add del">
          <ac:chgData name="Sanjeewa Kumara Narayana Narayana Mudiyanselage" userId="S::narayans@uoguelph.ca::96a6db12-3713-4001-bd3f-0c7660fdb900" providerId="AD" clId="Web-{1ECBF27C-F061-6AA6-A67B-F11579E2F4E8}" dt="2025-11-20T00:03:23.669" v="53"/>
          <ac:cxnSpMkLst>
            <pc:docMk/>
            <pc:sldMk cId="2537621764" sldId="259"/>
            <ac:cxnSpMk id="16" creationId="{10694E1F-471C-4340-BE4B-28F2BF7D7A91}"/>
          </ac:cxnSpMkLst>
        </pc:cxnChg>
        <pc:cxnChg chg="add del">
          <ac:chgData name="Sanjeewa Kumara Narayana Narayana Mudiyanselage" userId="S::narayans@uoguelph.ca::96a6db12-3713-4001-bd3f-0c7660fdb900" providerId="AD" clId="Web-{1ECBF27C-F061-6AA6-A67B-F11579E2F4E8}" dt="2025-11-20T00:12:11.838" v="77"/>
          <ac:cxnSpMkLst>
            <pc:docMk/>
            <pc:sldMk cId="2537621764" sldId="259"/>
            <ac:cxnSpMk id="23" creationId="{02C7985C-B0C3-CC50-E86A-B5EBA40E01DF}"/>
          </ac:cxnSpMkLst>
        </pc:cxnChg>
        <pc:cxnChg chg="add del">
          <ac:chgData name="Sanjeewa Kumara Narayana Narayana Mudiyanselage" userId="S::narayans@uoguelph.ca::96a6db12-3713-4001-bd3f-0c7660fdb900" providerId="AD" clId="Web-{1ECBF27C-F061-6AA6-A67B-F11579E2F4E8}" dt="2025-11-20T00:11:55.651" v="72"/>
          <ac:cxnSpMkLst>
            <pc:docMk/>
            <pc:sldMk cId="2537621764" sldId="259"/>
            <ac:cxnSpMk id="28" creationId="{118E06E4-607B-144B-382B-AD3D06B1EE8C}"/>
          </ac:cxnSpMkLst>
        </pc:cxnChg>
        <pc:cxnChg chg="add del">
          <ac:chgData name="Sanjeewa Kumara Narayana Narayana Mudiyanselage" userId="S::narayans@uoguelph.ca::96a6db12-3713-4001-bd3f-0c7660fdb900" providerId="AD" clId="Web-{1ECBF27C-F061-6AA6-A67B-F11579E2F4E8}" dt="2025-11-20T00:11:55.651" v="72"/>
          <ac:cxnSpMkLst>
            <pc:docMk/>
            <pc:sldMk cId="2537621764" sldId="259"/>
            <ac:cxnSpMk id="32" creationId="{59D7B6BE-A4E0-4483-BEC5-493AC3E5D2AD}"/>
          </ac:cxnSpMkLst>
        </pc:cxnChg>
        <pc:cxnChg chg="add del">
          <ac:chgData name="Sanjeewa Kumara Narayana Narayana Mudiyanselage" userId="S::narayans@uoguelph.ca::96a6db12-3713-4001-bd3f-0c7660fdb900" providerId="AD" clId="Web-{1ECBF27C-F061-6AA6-A67B-F11579E2F4E8}" dt="2025-11-20T00:12:06.729" v="74"/>
          <ac:cxnSpMkLst>
            <pc:docMk/>
            <pc:sldMk cId="2537621764" sldId="259"/>
            <ac:cxnSpMk id="34" creationId="{118E06E4-607B-144B-382B-AD3D06B1EE8C}"/>
          </ac:cxnSpMkLst>
        </pc:cxnChg>
        <pc:cxnChg chg="add del">
          <ac:chgData name="Sanjeewa Kumara Narayana Narayana Mudiyanselage" userId="S::narayans@uoguelph.ca::96a6db12-3713-4001-bd3f-0c7660fdb900" providerId="AD" clId="Web-{1ECBF27C-F061-6AA6-A67B-F11579E2F4E8}" dt="2025-11-20T00:12:06.729" v="74"/>
          <ac:cxnSpMkLst>
            <pc:docMk/>
            <pc:sldMk cId="2537621764" sldId="259"/>
            <ac:cxnSpMk id="36" creationId="{8CED01B4-40F2-4CAE-8062-1D4CE8454C35}"/>
          </ac:cxnSpMkLst>
        </pc:cxnChg>
        <pc:cxnChg chg="add del">
          <ac:chgData name="Sanjeewa Kumara Narayana Narayana Mudiyanselage" userId="S::narayans@uoguelph.ca::96a6db12-3713-4001-bd3f-0c7660fdb900" providerId="AD" clId="Web-{1ECBF27C-F061-6AA6-A67B-F11579E2F4E8}" dt="2025-11-20T00:12:11.823" v="76"/>
          <ac:cxnSpMkLst>
            <pc:docMk/>
            <pc:sldMk cId="2537621764" sldId="259"/>
            <ac:cxnSpMk id="38" creationId="{118E06E4-607B-144B-382B-AD3D06B1EE8C}"/>
          </ac:cxnSpMkLst>
        </pc:cxnChg>
        <pc:cxnChg chg="add del">
          <ac:chgData name="Sanjeewa Kumara Narayana Narayana Mudiyanselage" userId="S::narayans@uoguelph.ca::96a6db12-3713-4001-bd3f-0c7660fdb900" providerId="AD" clId="Web-{1ECBF27C-F061-6AA6-A67B-F11579E2F4E8}" dt="2025-11-20T00:12:11.823" v="76"/>
          <ac:cxnSpMkLst>
            <pc:docMk/>
            <pc:sldMk cId="2537621764" sldId="259"/>
            <ac:cxnSpMk id="41" creationId="{B05D162C-996E-4B39-A3EF-DB9D0EEF2E33}"/>
          </ac:cxnSpMkLst>
        </pc:cxnChg>
        <pc:cxnChg chg="add">
          <ac:chgData name="Sanjeewa Kumara Narayana Narayana Mudiyanselage" userId="S::narayans@uoguelph.ca::96a6db12-3713-4001-bd3f-0c7660fdb900" providerId="AD" clId="Web-{1ECBF27C-F061-6AA6-A67B-F11579E2F4E8}" dt="2025-11-20T00:12:11.838" v="77"/>
          <ac:cxnSpMkLst>
            <pc:docMk/>
            <pc:sldMk cId="2537621764" sldId="259"/>
            <ac:cxnSpMk id="43" creationId="{118E06E4-607B-144B-382B-AD3D06B1EE8C}"/>
          </ac:cxnSpMkLst>
        </pc:cxnChg>
        <pc:cxnChg chg="add">
          <ac:chgData name="Sanjeewa Kumara Narayana Narayana Mudiyanselage" userId="S::narayans@uoguelph.ca::96a6db12-3713-4001-bd3f-0c7660fdb900" providerId="AD" clId="Web-{1ECBF27C-F061-6AA6-A67B-F11579E2F4E8}" dt="2025-11-20T00:12:11.838" v="77"/>
          <ac:cxnSpMkLst>
            <pc:docMk/>
            <pc:sldMk cId="2537621764" sldId="259"/>
            <ac:cxnSpMk id="45" creationId="{87534CB3-4CA5-DDD2-D519-C4A714A689D2}"/>
          </ac:cxnSpMkLst>
        </pc:cxnChg>
      </pc:sldChg>
      <pc:sldChg chg="addSp delSp modSp new del mod setBg">
        <pc:chgData name="Sanjeewa Kumara Narayana Narayana Mudiyanselage" userId="S::narayans@uoguelph.ca::96a6db12-3713-4001-bd3f-0c7660fdb900" providerId="AD" clId="Web-{1ECBF27C-F061-6AA6-A67B-F11579E2F4E8}" dt="2025-11-20T00:10:54.401" v="69"/>
        <pc:sldMkLst>
          <pc:docMk/>
          <pc:sldMk cId="3110212623" sldId="260"/>
        </pc:sldMkLst>
        <pc:spChg chg="add del">
          <ac:chgData name="Sanjeewa Kumara Narayana Narayana Mudiyanselage" userId="S::narayans@uoguelph.ca::96a6db12-3713-4001-bd3f-0c7660fdb900" providerId="AD" clId="Web-{1ECBF27C-F061-6AA6-A67B-F11579E2F4E8}" dt="2025-11-20T00:10:26.713" v="62"/>
          <ac:spMkLst>
            <pc:docMk/>
            <pc:sldMk cId="3110212623" sldId="260"/>
            <ac:spMk id="7" creationId="{ABA4FDDF-F59C-428B-8603-3A86D75931AB}"/>
          </ac:spMkLst>
        </pc:spChg>
        <pc:spChg chg="add del">
          <ac:chgData name="Sanjeewa Kumara Narayana Narayana Mudiyanselage" userId="S::narayans@uoguelph.ca::96a6db12-3713-4001-bd3f-0c7660fdb900" providerId="AD" clId="Web-{1ECBF27C-F061-6AA6-A67B-F11579E2F4E8}" dt="2025-11-20T00:10:26.713" v="62"/>
          <ac:spMkLst>
            <pc:docMk/>
            <pc:sldMk cId="3110212623" sldId="260"/>
            <ac:spMk id="9" creationId="{3701323A-3BD4-99D2-F90B-51E5AB342D48}"/>
          </ac:spMkLst>
        </pc:spChg>
        <pc:spChg chg="add del">
          <ac:chgData name="Sanjeewa Kumara Narayana Narayana Mudiyanselage" userId="S::narayans@uoguelph.ca::96a6db12-3713-4001-bd3f-0c7660fdb900" providerId="AD" clId="Web-{1ECBF27C-F061-6AA6-A67B-F11579E2F4E8}" dt="2025-11-20T00:10:37.432" v="64"/>
          <ac:spMkLst>
            <pc:docMk/>
            <pc:sldMk cId="3110212623" sldId="260"/>
            <ac:spMk id="13" creationId="{ABA4FDDF-F59C-428B-8603-3A86D75931AB}"/>
          </ac:spMkLst>
        </pc:spChg>
        <pc:spChg chg="add del">
          <ac:chgData name="Sanjeewa Kumara Narayana Narayana Mudiyanselage" userId="S::narayans@uoguelph.ca::96a6db12-3713-4001-bd3f-0c7660fdb900" providerId="AD" clId="Web-{1ECBF27C-F061-6AA6-A67B-F11579E2F4E8}" dt="2025-11-20T00:10:41.104" v="66"/>
          <ac:spMkLst>
            <pc:docMk/>
            <pc:sldMk cId="3110212623" sldId="260"/>
            <ac:spMk id="16" creationId="{ABA4FDDF-F59C-428B-8603-3A86D75931AB}"/>
          </ac:spMkLst>
        </pc:spChg>
        <pc:spChg chg="add del">
          <ac:chgData name="Sanjeewa Kumara Narayana Narayana Mudiyanselage" userId="S::narayans@uoguelph.ca::96a6db12-3713-4001-bd3f-0c7660fdb900" providerId="AD" clId="Web-{1ECBF27C-F061-6AA6-A67B-F11579E2F4E8}" dt="2025-11-20T00:10:41.104" v="66"/>
          <ac:spMkLst>
            <pc:docMk/>
            <pc:sldMk cId="3110212623" sldId="260"/>
            <ac:spMk id="17" creationId="{F5B93277-2482-DF5B-A88D-67715E16430C}"/>
          </ac:spMkLst>
        </pc:spChg>
        <pc:spChg chg="add">
          <ac:chgData name="Sanjeewa Kumara Narayana Narayana Mudiyanselage" userId="S::narayans@uoguelph.ca::96a6db12-3713-4001-bd3f-0c7660fdb900" providerId="AD" clId="Web-{1ECBF27C-F061-6AA6-A67B-F11579E2F4E8}" dt="2025-11-20T00:10:41.104" v="67"/>
          <ac:spMkLst>
            <pc:docMk/>
            <pc:sldMk cId="3110212623" sldId="260"/>
            <ac:spMk id="20" creationId="{ABA4FDDF-F59C-428B-8603-3A86D75931AB}"/>
          </ac:spMkLst>
        </pc:spChg>
        <pc:picChg chg="add del mod">
          <ac:chgData name="Sanjeewa Kumara Narayana Narayana Mudiyanselage" userId="S::narayans@uoguelph.ca::96a6db12-3713-4001-bd3f-0c7660fdb900" providerId="AD" clId="Web-{1ECBF27C-F061-6AA6-A67B-F11579E2F4E8}" dt="2025-11-20T00:10:49.338" v="68"/>
          <ac:picMkLst>
            <pc:docMk/>
            <pc:sldMk cId="3110212623" sldId="260"/>
            <ac:picMk id="2" creationId="{CAF6F8C0-E764-E47D-0F13-1615093809B7}"/>
          </ac:picMkLst>
        </pc:picChg>
        <pc:cxnChg chg="add del">
          <ac:chgData name="Sanjeewa Kumara Narayana Narayana Mudiyanselage" userId="S::narayans@uoguelph.ca::96a6db12-3713-4001-bd3f-0c7660fdb900" providerId="AD" clId="Web-{1ECBF27C-F061-6AA6-A67B-F11579E2F4E8}" dt="2025-11-20T00:10:26.713" v="62"/>
          <ac:cxnSpMkLst>
            <pc:docMk/>
            <pc:sldMk cId="3110212623" sldId="260"/>
            <ac:cxnSpMk id="11" creationId="{9AE2764D-E1C7-4C0E-A5A4-12411550ABAD}"/>
          </ac:cxnSpMkLst>
        </pc:cxnChg>
        <pc:cxnChg chg="add del">
          <ac:chgData name="Sanjeewa Kumara Narayana Narayana Mudiyanselage" userId="S::narayans@uoguelph.ca::96a6db12-3713-4001-bd3f-0c7660fdb900" providerId="AD" clId="Web-{1ECBF27C-F061-6AA6-A67B-F11579E2F4E8}" dt="2025-11-20T00:10:37.432" v="64"/>
          <ac:cxnSpMkLst>
            <pc:docMk/>
            <pc:sldMk cId="3110212623" sldId="260"/>
            <ac:cxnSpMk id="14" creationId="{9AE2764D-E1C7-4C0E-A5A4-12411550ABAD}"/>
          </ac:cxnSpMkLst>
        </pc:cxnChg>
        <pc:cxnChg chg="add del">
          <ac:chgData name="Sanjeewa Kumara Narayana Narayana Mudiyanselage" userId="S::narayans@uoguelph.ca::96a6db12-3713-4001-bd3f-0c7660fdb900" providerId="AD" clId="Web-{1ECBF27C-F061-6AA6-A67B-F11579E2F4E8}" dt="2025-11-20T00:10:41.104" v="66"/>
          <ac:cxnSpMkLst>
            <pc:docMk/>
            <pc:sldMk cId="3110212623" sldId="260"/>
            <ac:cxnSpMk id="18" creationId="{9AE2764D-E1C7-4C0E-A5A4-12411550ABAD}"/>
          </ac:cxnSpMkLst>
        </pc:cxnChg>
        <pc:cxnChg chg="add">
          <ac:chgData name="Sanjeewa Kumara Narayana Narayana Mudiyanselage" userId="S::narayans@uoguelph.ca::96a6db12-3713-4001-bd3f-0c7660fdb900" providerId="AD" clId="Web-{1ECBF27C-F061-6AA6-A67B-F11579E2F4E8}" dt="2025-11-20T00:10:41.104" v="67"/>
          <ac:cxnSpMkLst>
            <pc:docMk/>
            <pc:sldMk cId="3110212623" sldId="260"/>
            <ac:cxnSpMk id="21" creationId="{9AE2764D-E1C7-4C0E-A5A4-12411550ABAD}"/>
          </ac:cxnSpMkLst>
        </pc:cxnChg>
      </pc:sldChg>
    </pc:docChg>
  </pc:docChgLst>
  <pc:docChgLst>
    <pc:chgData name="Sanjeewa Kumara Narayana Narayana Mudiyanselage" userId="96a6db12-3713-4001-bd3f-0c7660fdb900" providerId="ADAL" clId="{001AC1CD-D0A6-504B-B3C8-0BDC0EF312A5}"/>
    <pc:docChg chg="undo custSel addSld delSld modSld addMainMaster delMainMaster modMainMaster modNotesMaster">
      <pc:chgData name="Sanjeewa Kumara Narayana Narayana Mudiyanselage" userId="96a6db12-3713-4001-bd3f-0c7660fdb900" providerId="ADAL" clId="{001AC1CD-D0A6-504B-B3C8-0BDC0EF312A5}" dt="2025-11-20T15:30:21.066" v="1438" actId="1076"/>
      <pc:docMkLst>
        <pc:docMk/>
      </pc:docMkLst>
      <pc:sldChg chg="addSp modSp new mod setBg modClrScheme chgLayout">
        <pc:chgData name="Sanjeewa Kumara Narayana Narayana Mudiyanselage" userId="96a6db12-3713-4001-bd3f-0c7660fdb900" providerId="ADAL" clId="{001AC1CD-D0A6-504B-B3C8-0BDC0EF312A5}" dt="2025-11-19T23:03:20.191" v="36" actId="962"/>
        <pc:sldMkLst>
          <pc:docMk/>
          <pc:sldMk cId="294117131" sldId="256"/>
        </pc:sldMkLst>
        <pc:spChg chg="mod">
          <ac:chgData name="Sanjeewa Kumara Narayana Narayana Mudiyanselage" userId="96a6db12-3713-4001-bd3f-0c7660fdb900" providerId="ADAL" clId="{001AC1CD-D0A6-504B-B3C8-0BDC0EF312A5}" dt="2025-11-19T23:02:59.802" v="34" actId="26606"/>
          <ac:spMkLst>
            <pc:docMk/>
            <pc:sldMk cId="294117131" sldId="256"/>
            <ac:spMk id="2" creationId="{F9A9CA41-ED4B-D0B4-8CA5-46795D856B0F}"/>
          </ac:spMkLst>
        </pc:spChg>
        <pc:spChg chg="mod">
          <ac:chgData name="Sanjeewa Kumara Narayana Narayana Mudiyanselage" userId="96a6db12-3713-4001-bd3f-0c7660fdb900" providerId="ADAL" clId="{001AC1CD-D0A6-504B-B3C8-0BDC0EF312A5}" dt="2025-11-19T23:02:59.802" v="34" actId="26606"/>
          <ac:spMkLst>
            <pc:docMk/>
            <pc:sldMk cId="294117131" sldId="256"/>
            <ac:spMk id="3" creationId="{53C88293-6EC2-77CD-7CBD-B04DFB9AEB9D}"/>
          </ac:spMkLst>
        </pc:spChg>
        <pc:spChg chg="add mod">
          <ac:chgData name="Sanjeewa Kumara Narayana Narayana Mudiyanselage" userId="96a6db12-3713-4001-bd3f-0c7660fdb900" providerId="ADAL" clId="{001AC1CD-D0A6-504B-B3C8-0BDC0EF312A5}" dt="2025-11-19T23:02:59.802" v="34" actId="26606"/>
          <ac:spMkLst>
            <pc:docMk/>
            <pc:sldMk cId="294117131" sldId="256"/>
            <ac:spMk id="4" creationId="{BE741CE2-9979-9BB4-4948-051038B0E104}"/>
          </ac:spMkLst>
        </pc:spChg>
        <pc:spChg chg="add">
          <ac:chgData name="Sanjeewa Kumara Narayana Narayana Mudiyanselage" userId="96a6db12-3713-4001-bd3f-0c7660fdb900" providerId="ADAL" clId="{001AC1CD-D0A6-504B-B3C8-0BDC0EF312A5}" dt="2025-11-19T23:02:59.802" v="34" actId="26606"/>
          <ac:spMkLst>
            <pc:docMk/>
            <pc:sldMk cId="294117131" sldId="256"/>
            <ac:spMk id="10" creationId="{19F9BF86-FE94-4517-B97D-026C7515E589}"/>
          </ac:spMkLst>
        </pc:spChg>
        <pc:spChg chg="add">
          <ac:chgData name="Sanjeewa Kumara Narayana Narayana Mudiyanselage" userId="96a6db12-3713-4001-bd3f-0c7660fdb900" providerId="ADAL" clId="{001AC1CD-D0A6-504B-B3C8-0BDC0EF312A5}" dt="2025-11-19T23:02:59.802" v="34" actId="26606"/>
          <ac:spMkLst>
            <pc:docMk/>
            <pc:sldMk cId="294117131" sldId="256"/>
            <ac:spMk id="12" creationId="{D30DD7D3-2712-4491-B2C2-5FC23330C7CB}"/>
          </ac:spMkLst>
        </pc:spChg>
        <pc:picChg chg="add mod">
          <ac:chgData name="Sanjeewa Kumara Narayana Narayana Mudiyanselage" userId="96a6db12-3713-4001-bd3f-0c7660fdb900" providerId="ADAL" clId="{001AC1CD-D0A6-504B-B3C8-0BDC0EF312A5}" dt="2025-11-19T23:03:20.191" v="36" actId="962"/>
          <ac:picMkLst>
            <pc:docMk/>
            <pc:sldMk cId="294117131" sldId="256"/>
            <ac:picMk id="5" creationId="{79BAA815-A927-74A3-A943-4F2A87575F3D}"/>
          </ac:picMkLst>
        </pc:picChg>
        <pc:cxnChg chg="add">
          <ac:chgData name="Sanjeewa Kumara Narayana Narayana Mudiyanselage" userId="96a6db12-3713-4001-bd3f-0c7660fdb900" providerId="ADAL" clId="{001AC1CD-D0A6-504B-B3C8-0BDC0EF312A5}" dt="2025-11-19T23:02:59.802" v="34" actId="26606"/>
          <ac:cxnSpMkLst>
            <pc:docMk/>
            <pc:sldMk cId="294117131" sldId="256"/>
            <ac:cxnSpMk id="14" creationId="{FFD0734C-004D-4938-8EA0-2C3867A11A66}"/>
          </ac:cxnSpMkLst>
        </pc:cxnChg>
      </pc:sldChg>
      <pc:sldChg chg="del">
        <pc:chgData name="Sanjeewa Kumara Narayana Narayana Mudiyanselage" userId="96a6db12-3713-4001-bd3f-0c7660fdb900" providerId="ADAL" clId="{001AC1CD-D0A6-504B-B3C8-0BDC0EF312A5}" dt="2025-11-19T22:48:43.799" v="0" actId="2696"/>
        <pc:sldMkLst>
          <pc:docMk/>
          <pc:sldMk cId="1511661223" sldId="256"/>
        </pc:sldMkLst>
      </pc:sldChg>
      <pc:sldChg chg="addSp delSp modSp del mod">
        <pc:chgData name="Sanjeewa Kumara Narayana Narayana Mudiyanselage" userId="96a6db12-3713-4001-bd3f-0c7660fdb900" providerId="ADAL" clId="{001AC1CD-D0A6-504B-B3C8-0BDC0EF312A5}" dt="2025-11-19T23:22:56.882" v="41" actId="2696"/>
        <pc:sldMkLst>
          <pc:docMk/>
          <pc:sldMk cId="4085149053" sldId="257"/>
        </pc:sldMkLst>
        <pc:spChg chg="add del mod">
          <ac:chgData name="Sanjeewa Kumara Narayana Narayana Mudiyanselage" userId="96a6db12-3713-4001-bd3f-0c7660fdb900" providerId="ADAL" clId="{001AC1CD-D0A6-504B-B3C8-0BDC0EF312A5}" dt="2025-11-19T23:22:38.064" v="39"/>
          <ac:spMkLst>
            <pc:docMk/>
            <pc:sldMk cId="4085149053" sldId="257"/>
            <ac:spMk id="2" creationId="{454C024F-CD17-4A5A-7DF1-054A3E39997D}"/>
          </ac:spMkLst>
        </pc:spChg>
      </pc:sldChg>
      <pc:sldChg chg="addSp delSp modSp new mod delDesignElem">
        <pc:chgData name="Sanjeewa Kumara Narayana Narayana Mudiyanselage" userId="96a6db12-3713-4001-bd3f-0c7660fdb900" providerId="ADAL" clId="{001AC1CD-D0A6-504B-B3C8-0BDC0EF312A5}" dt="2025-11-20T06:02:37.189" v="1149"/>
        <pc:sldMkLst>
          <pc:docMk/>
          <pc:sldMk cId="1031670902" sldId="258"/>
        </pc:sldMkLst>
        <pc:spChg chg="add mod">
          <ac:chgData name="Sanjeewa Kumara Narayana Narayana Mudiyanselage" userId="96a6db12-3713-4001-bd3f-0c7660fdb900" providerId="ADAL" clId="{001AC1CD-D0A6-504B-B3C8-0BDC0EF312A5}" dt="2025-11-20T03:46:06.743" v="888" actId="2711"/>
          <ac:spMkLst>
            <pc:docMk/>
            <pc:sldMk cId="1031670902" sldId="258"/>
            <ac:spMk id="4" creationId="{0A065D8B-BEC6-1BED-7F0D-3B74D842E40F}"/>
          </ac:spMkLst>
        </pc:spChg>
        <pc:spChg chg="add del">
          <ac:chgData name="Sanjeewa Kumara Narayana Narayana Mudiyanselage" userId="96a6db12-3713-4001-bd3f-0c7660fdb900" providerId="ADAL" clId="{001AC1CD-D0A6-504B-B3C8-0BDC0EF312A5}" dt="2025-11-20T06:02:37.189" v="1149"/>
          <ac:spMkLst>
            <pc:docMk/>
            <pc:sldMk cId="1031670902" sldId="258"/>
            <ac:spMk id="19" creationId="{ABA4FDDF-F59C-428B-8603-3A86D75931AB}"/>
          </ac:spMkLst>
        </pc:spChg>
        <pc:picChg chg="mod">
          <ac:chgData name="Sanjeewa Kumara Narayana Narayana Mudiyanselage" userId="96a6db12-3713-4001-bd3f-0c7660fdb900" providerId="ADAL" clId="{001AC1CD-D0A6-504B-B3C8-0BDC0EF312A5}" dt="2025-11-20T03:44:54.963" v="882" actId="1076"/>
          <ac:picMkLst>
            <pc:docMk/>
            <pc:sldMk cId="1031670902" sldId="258"/>
            <ac:picMk id="3" creationId="{896CA738-319E-C8BB-5951-1FE04EBD5636}"/>
          </ac:picMkLst>
        </pc:picChg>
        <pc:cxnChg chg="add del">
          <ac:chgData name="Sanjeewa Kumara Narayana Narayana Mudiyanselage" userId="96a6db12-3713-4001-bd3f-0c7660fdb900" providerId="ADAL" clId="{001AC1CD-D0A6-504B-B3C8-0BDC0EF312A5}" dt="2025-11-20T06:02:37.189" v="1149"/>
          <ac:cxnSpMkLst>
            <pc:docMk/>
            <pc:sldMk cId="1031670902" sldId="258"/>
            <ac:cxnSpMk id="21" creationId="{3EAD13EF-74FA-4D38-8F15-B51F09C96B35}"/>
          </ac:cxnSpMkLst>
        </pc:cxnChg>
      </pc:sldChg>
      <pc:sldChg chg="addSp delSp modSp new mod delDesignElem">
        <pc:chgData name="Sanjeewa Kumara Narayana Narayana Mudiyanselage" userId="96a6db12-3713-4001-bd3f-0c7660fdb900" providerId="ADAL" clId="{001AC1CD-D0A6-504B-B3C8-0BDC0EF312A5}" dt="2025-11-20T06:02:37.189" v="1149"/>
        <pc:sldMkLst>
          <pc:docMk/>
          <pc:sldMk cId="2537621764" sldId="259"/>
        </pc:sldMkLst>
        <pc:spChg chg="mod">
          <ac:chgData name="Sanjeewa Kumara Narayana Narayana Mudiyanselage" userId="96a6db12-3713-4001-bd3f-0c7660fdb900" providerId="ADAL" clId="{001AC1CD-D0A6-504B-B3C8-0BDC0EF312A5}" dt="2025-11-20T05:13:37.975" v="1004" actId="20577"/>
          <ac:spMkLst>
            <pc:docMk/>
            <pc:sldMk cId="2537621764" sldId="259"/>
            <ac:spMk id="2" creationId="{F556AEB2-E3FC-BF82-DF4F-6DAD31068C90}"/>
          </ac:spMkLst>
        </pc:spChg>
        <pc:spChg chg="mod">
          <ac:chgData name="Sanjeewa Kumara Narayana Narayana Mudiyanselage" userId="96a6db12-3713-4001-bd3f-0c7660fdb900" providerId="ADAL" clId="{001AC1CD-D0A6-504B-B3C8-0BDC0EF312A5}" dt="2025-11-19T23:54:27.934" v="53"/>
          <ac:spMkLst>
            <pc:docMk/>
            <pc:sldMk cId="2537621764" sldId="259"/>
            <ac:spMk id="3" creationId="{2B90445B-21CE-AA98-FEE2-0C38C35EF158}"/>
          </ac:spMkLst>
        </pc:spChg>
        <pc:spChg chg="add del mod ord">
          <ac:chgData name="Sanjeewa Kumara Narayana Narayana Mudiyanselage" userId="96a6db12-3713-4001-bd3f-0c7660fdb900" providerId="ADAL" clId="{001AC1CD-D0A6-504B-B3C8-0BDC0EF312A5}" dt="2025-11-20T00:32:33.139" v="152" actId="26606"/>
          <ac:spMkLst>
            <pc:docMk/>
            <pc:sldMk cId="2537621764" sldId="259"/>
            <ac:spMk id="5" creationId="{A6B60E49-3192-BA92-E325-251E02A4C2E6}"/>
          </ac:spMkLst>
        </pc:spChg>
        <pc:spChg chg="add">
          <ac:chgData name="Sanjeewa Kumara Narayana Narayana Mudiyanselage" userId="96a6db12-3713-4001-bd3f-0c7660fdb900" providerId="ADAL" clId="{001AC1CD-D0A6-504B-B3C8-0BDC0EF312A5}" dt="2025-11-20T00:19:00.677" v="91"/>
          <ac:spMkLst>
            <pc:docMk/>
            <pc:sldMk cId="2537621764" sldId="259"/>
            <ac:spMk id="9" creationId="{1994CAEF-7B4A-FD6C-51F6-1839F00BE041}"/>
          </ac:spMkLst>
        </pc:spChg>
        <pc:spChg chg="add del mod">
          <ac:chgData name="Sanjeewa Kumara Narayana Narayana Mudiyanselage" userId="96a6db12-3713-4001-bd3f-0c7660fdb900" providerId="ADAL" clId="{001AC1CD-D0A6-504B-B3C8-0BDC0EF312A5}" dt="2025-11-20T00:20:24.331" v="111" actId="478"/>
          <ac:spMkLst>
            <pc:docMk/>
            <pc:sldMk cId="2537621764" sldId="259"/>
            <ac:spMk id="12" creationId="{5D221D99-B946-BA96-CBDB-463B62E48192}"/>
          </ac:spMkLst>
        </pc:spChg>
        <pc:spChg chg="add mod">
          <ac:chgData name="Sanjeewa Kumara Narayana Narayana Mudiyanselage" userId="96a6db12-3713-4001-bd3f-0c7660fdb900" providerId="ADAL" clId="{001AC1CD-D0A6-504B-B3C8-0BDC0EF312A5}" dt="2025-11-20T00:32:33.139" v="152" actId="26606"/>
          <ac:spMkLst>
            <pc:docMk/>
            <pc:sldMk cId="2537621764" sldId="259"/>
            <ac:spMk id="14" creationId="{C5317FCC-5973-81AB-CA53-7E81636ABD23}"/>
          </ac:spMkLst>
        </pc:spChg>
        <pc:spChg chg="add del mod">
          <ac:chgData name="Sanjeewa Kumara Narayana Narayana Mudiyanselage" userId="96a6db12-3713-4001-bd3f-0c7660fdb900" providerId="ADAL" clId="{001AC1CD-D0A6-504B-B3C8-0BDC0EF312A5}" dt="2025-11-20T00:21:29.127" v="122" actId="478"/>
          <ac:spMkLst>
            <pc:docMk/>
            <pc:sldMk cId="2537621764" sldId="259"/>
            <ac:spMk id="18" creationId="{19A7F15D-2882-543C-8ABC-28C4447A4A92}"/>
          </ac:spMkLst>
        </pc:spChg>
        <pc:spChg chg="add del">
          <ac:chgData name="Sanjeewa Kumara Narayana Narayana Mudiyanselage" userId="96a6db12-3713-4001-bd3f-0c7660fdb900" providerId="ADAL" clId="{001AC1CD-D0A6-504B-B3C8-0BDC0EF312A5}" dt="2025-11-20T00:23:02.539" v="132" actId="26606"/>
          <ac:spMkLst>
            <pc:docMk/>
            <pc:sldMk cId="2537621764" sldId="259"/>
            <ac:spMk id="44" creationId="{19F9BF86-FE94-4517-B97D-026C7515E589}"/>
          </ac:spMkLst>
        </pc:spChg>
        <pc:spChg chg="add del">
          <ac:chgData name="Sanjeewa Kumara Narayana Narayana Mudiyanselage" userId="96a6db12-3713-4001-bd3f-0c7660fdb900" providerId="ADAL" clId="{001AC1CD-D0A6-504B-B3C8-0BDC0EF312A5}" dt="2025-11-20T00:22:30.185" v="127" actId="26606"/>
          <ac:spMkLst>
            <pc:docMk/>
            <pc:sldMk cId="2537621764" sldId="259"/>
            <ac:spMk id="50" creationId="{1653AE3C-AC4F-907C-B473-B9A30D21506F}"/>
          </ac:spMkLst>
        </pc:spChg>
        <pc:spChg chg="add del">
          <ac:chgData name="Sanjeewa Kumara Narayana Narayana Mudiyanselage" userId="96a6db12-3713-4001-bd3f-0c7660fdb900" providerId="ADAL" clId="{001AC1CD-D0A6-504B-B3C8-0BDC0EF312A5}" dt="2025-11-20T00:22:37.366" v="129" actId="26606"/>
          <ac:spMkLst>
            <pc:docMk/>
            <pc:sldMk cId="2537621764" sldId="259"/>
            <ac:spMk id="52" creationId="{1653AE3C-AC4F-907C-B473-B9A30D21506F}"/>
          </ac:spMkLst>
        </pc:spChg>
        <pc:spChg chg="add del">
          <ac:chgData name="Sanjeewa Kumara Narayana Narayana Mudiyanselage" userId="96a6db12-3713-4001-bd3f-0c7660fdb900" providerId="ADAL" clId="{001AC1CD-D0A6-504B-B3C8-0BDC0EF312A5}" dt="2025-11-20T00:23:02.523" v="131" actId="26606"/>
          <ac:spMkLst>
            <pc:docMk/>
            <pc:sldMk cId="2537621764" sldId="259"/>
            <ac:spMk id="55" creationId="{744CAA32-F237-419C-A2DD-43C28D920D3C}"/>
          </ac:spMkLst>
        </pc:spChg>
        <pc:spChg chg="add del">
          <ac:chgData name="Sanjeewa Kumara Narayana Narayana Mudiyanselage" userId="96a6db12-3713-4001-bd3f-0c7660fdb900" providerId="ADAL" clId="{001AC1CD-D0A6-504B-B3C8-0BDC0EF312A5}" dt="2025-11-20T06:02:37.189" v="1149"/>
          <ac:spMkLst>
            <pc:docMk/>
            <pc:sldMk cId="2537621764" sldId="259"/>
            <ac:spMk id="57" creationId="{744CAA32-F237-419C-A2DD-43C28D920D3C}"/>
          </ac:spMkLst>
        </pc:spChg>
        <pc:spChg chg="add del">
          <ac:chgData name="Sanjeewa Kumara Narayana Narayana Mudiyanselage" userId="96a6db12-3713-4001-bd3f-0c7660fdb900" providerId="ADAL" clId="{001AC1CD-D0A6-504B-B3C8-0BDC0EF312A5}" dt="2025-11-20T00:32:33.139" v="152" actId="26606"/>
          <ac:spMkLst>
            <pc:docMk/>
            <pc:sldMk cId="2537621764" sldId="259"/>
            <ac:spMk id="63" creationId="{744CAA32-F237-419C-A2DD-43C28D920D3C}"/>
          </ac:spMkLst>
        </pc:spChg>
        <pc:picChg chg="add del mod">
          <ac:chgData name="Sanjeewa Kumara Narayana Narayana Mudiyanselage" userId="96a6db12-3713-4001-bd3f-0c7660fdb900" providerId="ADAL" clId="{001AC1CD-D0A6-504B-B3C8-0BDC0EF312A5}" dt="2025-11-20T00:32:34.403" v="155"/>
          <ac:picMkLst>
            <pc:docMk/>
            <pc:sldMk cId="2537621764" sldId="259"/>
            <ac:picMk id="20" creationId="{CEB964E0-1AE0-89D3-0623-6582315E2485}"/>
          </ac:picMkLst>
        </pc:picChg>
        <pc:picChg chg="add del">
          <ac:chgData name="Sanjeewa Kumara Narayana Narayana Mudiyanselage" userId="96a6db12-3713-4001-bd3f-0c7660fdb900" providerId="ADAL" clId="{001AC1CD-D0A6-504B-B3C8-0BDC0EF312A5}" dt="2025-11-20T00:23:02.523" v="131" actId="26606"/>
          <ac:picMkLst>
            <pc:docMk/>
            <pc:sldMk cId="2537621764" sldId="259"/>
            <ac:picMk id="49" creationId="{3DFA8ABC-76AC-422D-8869-3A5C4EE4E8D5}"/>
          </ac:picMkLst>
        </pc:picChg>
        <pc:picChg chg="add del">
          <ac:chgData name="Sanjeewa Kumara Narayana Narayana Mudiyanselage" userId="96a6db12-3713-4001-bd3f-0c7660fdb900" providerId="ADAL" clId="{001AC1CD-D0A6-504B-B3C8-0BDC0EF312A5}" dt="2025-11-20T00:32:33.748" v="153" actId="478"/>
          <ac:picMkLst>
            <pc:docMk/>
            <pc:sldMk cId="2537621764" sldId="259"/>
            <ac:picMk id="59" creationId="{A306209A-4FFB-8CED-3CBC-3B4E465BCE68}"/>
          </ac:picMkLst>
        </pc:picChg>
        <pc:cxnChg chg="add del">
          <ac:chgData name="Sanjeewa Kumara Narayana Narayana Mudiyanselage" userId="96a6db12-3713-4001-bd3f-0c7660fdb900" providerId="ADAL" clId="{001AC1CD-D0A6-504B-B3C8-0BDC0EF312A5}" dt="2025-11-20T00:23:02.539" v="132" actId="26606"/>
          <ac:cxnSpMkLst>
            <pc:docMk/>
            <pc:sldMk cId="2537621764" sldId="259"/>
            <ac:cxnSpMk id="43" creationId="{118E06E4-607B-144B-382B-AD3D06B1EE8C}"/>
          </ac:cxnSpMkLst>
        </pc:cxnChg>
        <pc:cxnChg chg="add del">
          <ac:chgData name="Sanjeewa Kumara Narayana Narayana Mudiyanselage" userId="96a6db12-3713-4001-bd3f-0c7660fdb900" providerId="ADAL" clId="{001AC1CD-D0A6-504B-B3C8-0BDC0EF312A5}" dt="2025-11-20T00:23:02.539" v="132" actId="26606"/>
          <ac:cxnSpMkLst>
            <pc:docMk/>
            <pc:sldMk cId="2537621764" sldId="259"/>
            <ac:cxnSpMk id="45" creationId="{87534CB3-4CA5-DDD2-D519-C4A714A689D2}"/>
          </ac:cxnSpMkLst>
        </pc:cxnChg>
        <pc:cxnChg chg="add del">
          <ac:chgData name="Sanjeewa Kumara Narayana Narayana Mudiyanselage" userId="96a6db12-3713-4001-bd3f-0c7660fdb900" providerId="ADAL" clId="{001AC1CD-D0A6-504B-B3C8-0BDC0EF312A5}" dt="2025-11-20T00:23:02.523" v="131" actId="26606"/>
          <ac:cxnSpMkLst>
            <pc:docMk/>
            <pc:sldMk cId="2537621764" sldId="259"/>
            <ac:cxnSpMk id="54" creationId="{753FE100-D0AB-4AE2-824B-60CFA31EC6A2}"/>
          </ac:cxnSpMkLst>
        </pc:cxnChg>
        <pc:cxnChg chg="add del">
          <ac:chgData name="Sanjeewa Kumara Narayana Narayana Mudiyanselage" userId="96a6db12-3713-4001-bd3f-0c7660fdb900" providerId="ADAL" clId="{001AC1CD-D0A6-504B-B3C8-0BDC0EF312A5}" dt="2025-11-20T06:02:37.189" v="1149"/>
          <ac:cxnSpMkLst>
            <pc:docMk/>
            <pc:sldMk cId="2537621764" sldId="259"/>
            <ac:cxnSpMk id="58" creationId="{753FE100-D0AB-4AE2-824B-60CFA31EC6A2}"/>
          </ac:cxnSpMkLst>
        </pc:cxnChg>
        <pc:cxnChg chg="add del">
          <ac:chgData name="Sanjeewa Kumara Narayana Narayana Mudiyanselage" userId="96a6db12-3713-4001-bd3f-0c7660fdb900" providerId="ADAL" clId="{001AC1CD-D0A6-504B-B3C8-0BDC0EF312A5}" dt="2025-11-20T00:32:33.139" v="152" actId="26606"/>
          <ac:cxnSpMkLst>
            <pc:docMk/>
            <pc:sldMk cId="2537621764" sldId="259"/>
            <ac:cxnSpMk id="65" creationId="{753FE100-D0AB-4AE2-824B-60CFA31EC6A2}"/>
          </ac:cxnSpMkLst>
        </pc:cxnChg>
      </pc:sldChg>
      <pc:sldChg chg="modSp new del mod">
        <pc:chgData name="Sanjeewa Kumara Narayana Narayana Mudiyanselage" userId="96a6db12-3713-4001-bd3f-0c7660fdb900" providerId="ADAL" clId="{001AC1CD-D0A6-504B-B3C8-0BDC0EF312A5}" dt="2025-11-19T23:54:13.411" v="51" actId="2696"/>
        <pc:sldMkLst>
          <pc:docMk/>
          <pc:sldMk cId="3403348664" sldId="259"/>
        </pc:sldMkLst>
        <pc:spChg chg="mod">
          <ac:chgData name="Sanjeewa Kumara Narayana Narayana Mudiyanselage" userId="96a6db12-3713-4001-bd3f-0c7660fdb900" providerId="ADAL" clId="{001AC1CD-D0A6-504B-B3C8-0BDC0EF312A5}" dt="2025-11-19T23:53:59.690" v="50"/>
          <ac:spMkLst>
            <pc:docMk/>
            <pc:sldMk cId="3403348664" sldId="259"/>
            <ac:spMk id="2" creationId="{74386DBC-A9FB-3490-69B9-DFFA47899589}"/>
          </ac:spMkLst>
        </pc:spChg>
      </pc:sldChg>
      <pc:sldChg chg="modSp new del">
        <pc:chgData name="Sanjeewa Kumara Narayana Narayana Mudiyanselage" userId="96a6db12-3713-4001-bd3f-0c7660fdb900" providerId="ADAL" clId="{001AC1CD-D0A6-504B-B3C8-0BDC0EF312A5}" dt="2025-11-20T00:38:51.664" v="174" actId="2696"/>
        <pc:sldMkLst>
          <pc:docMk/>
          <pc:sldMk cId="1768641764" sldId="260"/>
        </pc:sldMkLst>
        <pc:spChg chg="mod">
          <ac:chgData name="Sanjeewa Kumara Narayana Narayana Mudiyanselage" userId="96a6db12-3713-4001-bd3f-0c7660fdb900" providerId="ADAL" clId="{001AC1CD-D0A6-504B-B3C8-0BDC0EF312A5}" dt="2025-11-20T00:34:17.790" v="157"/>
          <ac:spMkLst>
            <pc:docMk/>
            <pc:sldMk cId="1768641764" sldId="260"/>
            <ac:spMk id="2" creationId="{B1DC2BF5-E2E9-EAAC-022F-00FA5C1BF732}"/>
          </ac:spMkLst>
        </pc:spChg>
      </pc:sldChg>
      <pc:sldChg chg="addSp delSp modSp new mod setBg delDesignElem">
        <pc:chgData name="Sanjeewa Kumara Narayana Narayana Mudiyanselage" userId="96a6db12-3713-4001-bd3f-0c7660fdb900" providerId="ADAL" clId="{001AC1CD-D0A6-504B-B3C8-0BDC0EF312A5}" dt="2025-11-20T06:02:37.189" v="1149"/>
        <pc:sldMkLst>
          <pc:docMk/>
          <pc:sldMk cId="4247038418" sldId="261"/>
        </pc:sldMkLst>
        <pc:spChg chg="mod">
          <ac:chgData name="Sanjeewa Kumara Narayana Narayana Mudiyanselage" userId="96a6db12-3713-4001-bd3f-0c7660fdb900" providerId="ADAL" clId="{001AC1CD-D0A6-504B-B3C8-0BDC0EF312A5}" dt="2025-11-20T06:02:37.189" v="1149"/>
          <ac:spMkLst>
            <pc:docMk/>
            <pc:sldMk cId="4247038418" sldId="261"/>
            <ac:spMk id="2" creationId="{A3871EF0-7EE8-247C-BBAF-0FD368DCEBB4}"/>
          </ac:spMkLst>
        </pc:spChg>
        <pc:spChg chg="del mod ord">
          <ac:chgData name="Sanjeewa Kumara Narayana Narayana Mudiyanselage" userId="96a6db12-3713-4001-bd3f-0c7660fdb900" providerId="ADAL" clId="{001AC1CD-D0A6-504B-B3C8-0BDC0EF312A5}" dt="2025-11-20T00:40:22.884" v="184" actId="26606"/>
          <ac:spMkLst>
            <pc:docMk/>
            <pc:sldMk cId="4247038418" sldId="261"/>
            <ac:spMk id="3" creationId="{67522802-7214-A57B-7322-A473E707ED91}"/>
          </ac:spMkLst>
        </pc:spChg>
        <pc:spChg chg="add del">
          <ac:chgData name="Sanjeewa Kumara Narayana Narayana Mudiyanselage" userId="96a6db12-3713-4001-bd3f-0c7660fdb900" providerId="ADAL" clId="{001AC1CD-D0A6-504B-B3C8-0BDC0EF312A5}" dt="2025-11-20T00:38:34.718" v="170" actId="26606"/>
          <ac:spMkLst>
            <pc:docMk/>
            <pc:sldMk cId="4247038418" sldId="261"/>
            <ac:spMk id="10" creationId="{744CAA32-F237-419C-A2DD-43C28D920D3C}"/>
          </ac:spMkLst>
        </pc:spChg>
        <pc:spChg chg="add del">
          <ac:chgData name="Sanjeewa Kumara Narayana Narayana Mudiyanselage" userId="96a6db12-3713-4001-bd3f-0c7660fdb900" providerId="ADAL" clId="{001AC1CD-D0A6-504B-B3C8-0BDC0EF312A5}" dt="2025-11-20T00:38:38.798" v="172" actId="26606"/>
          <ac:spMkLst>
            <pc:docMk/>
            <pc:sldMk cId="4247038418" sldId="261"/>
            <ac:spMk id="15" creationId="{744CAA32-F237-419C-A2DD-43C28D920D3C}"/>
          </ac:spMkLst>
        </pc:spChg>
        <pc:spChg chg="add del">
          <ac:chgData name="Sanjeewa Kumara Narayana Narayana Mudiyanselage" userId="96a6db12-3713-4001-bd3f-0c7660fdb900" providerId="ADAL" clId="{001AC1CD-D0A6-504B-B3C8-0BDC0EF312A5}" dt="2025-11-20T00:38:38.798" v="172" actId="26606"/>
          <ac:spMkLst>
            <pc:docMk/>
            <pc:sldMk cId="4247038418" sldId="261"/>
            <ac:spMk id="16" creationId="{F7017262-EEEC-4F5E-917D-A55E68A1194C}"/>
          </ac:spMkLst>
        </pc:spChg>
        <pc:spChg chg="add del">
          <ac:chgData name="Sanjeewa Kumara Narayana Narayana Mudiyanselage" userId="96a6db12-3713-4001-bd3f-0c7660fdb900" providerId="ADAL" clId="{001AC1CD-D0A6-504B-B3C8-0BDC0EF312A5}" dt="2025-11-20T06:02:37.189" v="1149"/>
          <ac:spMkLst>
            <pc:docMk/>
            <pc:sldMk cId="4247038418" sldId="261"/>
            <ac:spMk id="18" creationId="{744CAA32-F237-419C-A2DD-43C28D920D3C}"/>
          </ac:spMkLst>
        </pc:spChg>
        <pc:graphicFrameChg chg="add">
          <ac:chgData name="Sanjeewa Kumara Narayana Narayana Mudiyanselage" userId="96a6db12-3713-4001-bd3f-0c7660fdb900" providerId="ADAL" clId="{001AC1CD-D0A6-504B-B3C8-0BDC0EF312A5}" dt="2025-11-20T00:40:22.884" v="184" actId="26606"/>
          <ac:graphicFrameMkLst>
            <pc:docMk/>
            <pc:sldMk cId="4247038418" sldId="261"/>
            <ac:graphicFrameMk id="21" creationId="{2949CC5B-FCD0-BB66-137D-0563E29EDC5E}"/>
          </ac:graphicFrameMkLst>
        </pc:graphicFrameChg>
        <pc:picChg chg="add mod ord">
          <ac:chgData name="Sanjeewa Kumara Narayana Narayana Mudiyanselage" userId="96a6db12-3713-4001-bd3f-0c7660fdb900" providerId="ADAL" clId="{001AC1CD-D0A6-504B-B3C8-0BDC0EF312A5}" dt="2025-11-20T00:38:38.801" v="173" actId="26606"/>
          <ac:picMkLst>
            <pc:docMk/>
            <pc:sldMk cId="4247038418" sldId="261"/>
            <ac:picMk id="5" creationId="{CE36DF6A-104A-42ED-B2C3-213FA0EF85A9}"/>
          </ac:picMkLst>
        </pc:picChg>
        <pc:cxnChg chg="add del">
          <ac:chgData name="Sanjeewa Kumara Narayana Narayana Mudiyanselage" userId="96a6db12-3713-4001-bd3f-0c7660fdb900" providerId="ADAL" clId="{001AC1CD-D0A6-504B-B3C8-0BDC0EF312A5}" dt="2025-11-20T00:38:34.718" v="170" actId="26606"/>
          <ac:cxnSpMkLst>
            <pc:docMk/>
            <pc:sldMk cId="4247038418" sldId="261"/>
            <ac:cxnSpMk id="12" creationId="{691422F5-4221-4812-AFD9-5479C6D60AD9}"/>
          </ac:cxnSpMkLst>
        </pc:cxnChg>
        <pc:cxnChg chg="add del">
          <ac:chgData name="Sanjeewa Kumara Narayana Narayana Mudiyanselage" userId="96a6db12-3713-4001-bd3f-0c7660fdb900" providerId="ADAL" clId="{001AC1CD-D0A6-504B-B3C8-0BDC0EF312A5}" dt="2025-11-20T00:38:38.798" v="172" actId="26606"/>
          <ac:cxnSpMkLst>
            <pc:docMk/>
            <pc:sldMk cId="4247038418" sldId="261"/>
            <ac:cxnSpMk id="14" creationId="{9A3EDAAA-869E-4AA2-A7CE-BF2C025963E8}"/>
          </ac:cxnSpMkLst>
        </pc:cxnChg>
        <pc:cxnChg chg="add del">
          <ac:chgData name="Sanjeewa Kumara Narayana Narayana Mudiyanselage" userId="96a6db12-3713-4001-bd3f-0c7660fdb900" providerId="ADAL" clId="{001AC1CD-D0A6-504B-B3C8-0BDC0EF312A5}" dt="2025-11-20T06:02:37.189" v="1149"/>
          <ac:cxnSpMkLst>
            <pc:docMk/>
            <pc:sldMk cId="4247038418" sldId="261"/>
            <ac:cxnSpMk id="19" creationId="{691422F5-4221-4812-AFD9-5479C6D60AD9}"/>
          </ac:cxnSpMkLst>
        </pc:cxnChg>
      </pc:sldChg>
      <pc:sldChg chg="addSp delSp modSp new mod setBg delDesignElem">
        <pc:chgData name="Sanjeewa Kumara Narayana Narayana Mudiyanselage" userId="96a6db12-3713-4001-bd3f-0c7660fdb900" providerId="ADAL" clId="{001AC1CD-D0A6-504B-B3C8-0BDC0EF312A5}" dt="2025-11-20T06:02:37.189" v="1149"/>
        <pc:sldMkLst>
          <pc:docMk/>
          <pc:sldMk cId="168105283" sldId="262"/>
        </pc:sldMkLst>
        <pc:spChg chg="mod">
          <ac:chgData name="Sanjeewa Kumara Narayana Narayana Mudiyanselage" userId="96a6db12-3713-4001-bd3f-0c7660fdb900" providerId="ADAL" clId="{001AC1CD-D0A6-504B-B3C8-0BDC0EF312A5}" dt="2025-11-20T00:54:49.126" v="241" actId="20577"/>
          <ac:spMkLst>
            <pc:docMk/>
            <pc:sldMk cId="168105283" sldId="262"/>
            <ac:spMk id="2" creationId="{46343244-BA6B-4BA0-11B2-A8CF43D62705}"/>
          </ac:spMkLst>
        </pc:spChg>
        <pc:spChg chg="add del mod ord">
          <ac:chgData name="Sanjeewa Kumara Narayana Narayana Mudiyanselage" userId="96a6db12-3713-4001-bd3f-0c7660fdb900" providerId="ADAL" clId="{001AC1CD-D0A6-504B-B3C8-0BDC0EF312A5}" dt="2025-11-20T00:52:17.867" v="223" actId="26606"/>
          <ac:spMkLst>
            <pc:docMk/>
            <pc:sldMk cId="168105283" sldId="262"/>
            <ac:spMk id="3" creationId="{CC95246F-3FB7-3B4A-FA2C-37BDC5401330}"/>
          </ac:spMkLst>
        </pc:spChg>
        <pc:spChg chg="add del">
          <ac:chgData name="Sanjeewa Kumara Narayana Narayana Mudiyanselage" userId="96a6db12-3713-4001-bd3f-0c7660fdb900" providerId="ADAL" clId="{001AC1CD-D0A6-504B-B3C8-0BDC0EF312A5}" dt="2025-11-20T00:50:24.439" v="208" actId="26606"/>
          <ac:spMkLst>
            <pc:docMk/>
            <pc:sldMk cId="168105283" sldId="262"/>
            <ac:spMk id="7" creationId="{744CAA32-F237-419C-A2DD-43C28D920D3C}"/>
          </ac:spMkLst>
        </pc:spChg>
        <pc:spChg chg="add del">
          <ac:chgData name="Sanjeewa Kumara Narayana Narayana Mudiyanselage" userId="96a6db12-3713-4001-bd3f-0c7660fdb900" providerId="ADAL" clId="{001AC1CD-D0A6-504B-B3C8-0BDC0EF312A5}" dt="2025-11-20T00:49:42.730" v="202" actId="26606"/>
          <ac:spMkLst>
            <pc:docMk/>
            <pc:sldMk cId="168105283" sldId="262"/>
            <ac:spMk id="10" creationId="{744CAA32-F237-419C-A2DD-43C28D920D3C}"/>
          </ac:spMkLst>
        </pc:spChg>
        <pc:spChg chg="add del">
          <ac:chgData name="Sanjeewa Kumara Narayana Narayana Mudiyanselage" userId="96a6db12-3713-4001-bd3f-0c7660fdb900" providerId="ADAL" clId="{001AC1CD-D0A6-504B-B3C8-0BDC0EF312A5}" dt="2025-11-20T00:50:27.747" v="210" actId="26606"/>
          <ac:spMkLst>
            <pc:docMk/>
            <pc:sldMk cId="168105283" sldId="262"/>
            <ac:spMk id="11" creationId="{744CAA32-F237-419C-A2DD-43C28D920D3C}"/>
          </ac:spMkLst>
        </pc:spChg>
        <pc:spChg chg="add del">
          <ac:chgData name="Sanjeewa Kumara Narayana Narayana Mudiyanselage" userId="96a6db12-3713-4001-bd3f-0c7660fdb900" providerId="ADAL" clId="{001AC1CD-D0A6-504B-B3C8-0BDC0EF312A5}" dt="2025-11-20T00:50:42.915" v="214" actId="26606"/>
          <ac:spMkLst>
            <pc:docMk/>
            <pc:sldMk cId="168105283" sldId="262"/>
            <ac:spMk id="15" creationId="{744CAA32-F237-419C-A2DD-43C28D920D3C}"/>
          </ac:spMkLst>
        </pc:spChg>
        <pc:spChg chg="add del">
          <ac:chgData name="Sanjeewa Kumara Narayana Narayana Mudiyanselage" userId="96a6db12-3713-4001-bd3f-0c7660fdb900" providerId="ADAL" clId="{001AC1CD-D0A6-504B-B3C8-0BDC0EF312A5}" dt="2025-11-20T06:02:37.189" v="1149"/>
          <ac:spMkLst>
            <pc:docMk/>
            <pc:sldMk cId="168105283" sldId="262"/>
            <ac:spMk id="21" creationId="{744CAA32-F237-419C-A2DD-43C28D920D3C}"/>
          </ac:spMkLst>
        </pc:spChg>
        <pc:spChg chg="add mod">
          <ac:chgData name="Sanjeewa Kumara Narayana Narayana Mudiyanselage" userId="96a6db12-3713-4001-bd3f-0c7660fdb900" providerId="ADAL" clId="{001AC1CD-D0A6-504B-B3C8-0BDC0EF312A5}" dt="2025-11-20T01:00:49.372" v="399" actId="20577"/>
          <ac:spMkLst>
            <pc:docMk/>
            <pc:sldMk cId="168105283" sldId="262"/>
            <ac:spMk id="22" creationId="{CC95246F-3FB7-3B4A-FA2C-37BDC5401330}"/>
          </ac:spMkLst>
        </pc:spChg>
        <pc:spChg chg="add del">
          <ac:chgData name="Sanjeewa Kumara Narayana Narayana Mudiyanselage" userId="96a6db12-3713-4001-bd3f-0c7660fdb900" providerId="ADAL" clId="{001AC1CD-D0A6-504B-B3C8-0BDC0EF312A5}" dt="2025-11-20T00:54:22.624" v="239" actId="26606"/>
          <ac:spMkLst>
            <pc:docMk/>
            <pc:sldMk cId="168105283" sldId="262"/>
            <ac:spMk id="25" creationId="{744CAA32-F237-419C-A2DD-43C28D920D3C}"/>
          </ac:spMkLst>
        </pc:spChg>
        <pc:spChg chg="add del">
          <ac:chgData name="Sanjeewa Kumara Narayana Narayana Mudiyanselage" userId="96a6db12-3713-4001-bd3f-0c7660fdb900" providerId="ADAL" clId="{001AC1CD-D0A6-504B-B3C8-0BDC0EF312A5}" dt="2025-11-20T00:54:05.726" v="236" actId="26606"/>
          <ac:spMkLst>
            <pc:docMk/>
            <pc:sldMk cId="168105283" sldId="262"/>
            <ac:spMk id="28" creationId="{744CAA32-F237-419C-A2DD-43C28D920D3C}"/>
          </ac:spMkLst>
        </pc:spChg>
        <pc:graphicFrameChg chg="add del">
          <ac:chgData name="Sanjeewa Kumara Narayana Narayana Mudiyanselage" userId="96a6db12-3713-4001-bd3f-0c7660fdb900" providerId="ADAL" clId="{001AC1CD-D0A6-504B-B3C8-0BDC0EF312A5}" dt="2025-11-20T00:51:20.680" v="216" actId="26606"/>
          <ac:graphicFrameMkLst>
            <pc:docMk/>
            <pc:sldMk cId="168105283" sldId="262"/>
            <ac:graphicFrameMk id="9" creationId="{C0A4180C-9D3E-3050-AB76-0FDE2A4A16DC}"/>
          </ac:graphicFrameMkLst>
        </pc:graphicFrameChg>
        <pc:graphicFrameChg chg="add del">
          <ac:chgData name="Sanjeewa Kumara Narayana Narayana Mudiyanselage" userId="96a6db12-3713-4001-bd3f-0c7660fdb900" providerId="ADAL" clId="{001AC1CD-D0A6-504B-B3C8-0BDC0EF312A5}" dt="2025-11-20T00:51:24.537" v="218" actId="26606"/>
          <ac:graphicFrameMkLst>
            <pc:docMk/>
            <pc:sldMk cId="168105283" sldId="262"/>
            <ac:graphicFrameMk id="14" creationId="{53E632BF-9B8D-80D1-BDF5-C814CEC0F60E}"/>
          </ac:graphicFrameMkLst>
        </pc:graphicFrameChg>
        <pc:graphicFrameChg chg="add del">
          <ac:chgData name="Sanjeewa Kumara Narayana Narayana Mudiyanselage" userId="96a6db12-3713-4001-bd3f-0c7660fdb900" providerId="ADAL" clId="{001AC1CD-D0A6-504B-B3C8-0BDC0EF312A5}" dt="2025-11-20T00:51:27.297" v="220" actId="26606"/>
          <ac:graphicFrameMkLst>
            <pc:docMk/>
            <pc:sldMk cId="168105283" sldId="262"/>
            <ac:graphicFrameMk id="17" creationId="{088A4E21-FBCF-2C14-A808-B083CD66D72D}"/>
          </ac:graphicFrameMkLst>
        </pc:graphicFrameChg>
        <pc:graphicFrameChg chg="add del">
          <ac:chgData name="Sanjeewa Kumara Narayana Narayana Mudiyanselage" userId="96a6db12-3713-4001-bd3f-0c7660fdb900" providerId="ADAL" clId="{001AC1CD-D0A6-504B-B3C8-0BDC0EF312A5}" dt="2025-11-20T00:52:17.857" v="222" actId="26606"/>
          <ac:graphicFrameMkLst>
            <pc:docMk/>
            <pc:sldMk cId="168105283" sldId="262"/>
            <ac:graphicFrameMk id="19" creationId="{C0A4180C-9D3E-3050-AB76-0FDE2A4A16DC}"/>
          </ac:graphicFrameMkLst>
        </pc:graphicFrameChg>
        <pc:picChg chg="add mod">
          <ac:chgData name="Sanjeewa Kumara Narayana Narayana Mudiyanselage" userId="96a6db12-3713-4001-bd3f-0c7660fdb900" providerId="ADAL" clId="{001AC1CD-D0A6-504B-B3C8-0BDC0EF312A5}" dt="2025-11-20T00:52:17.867" v="223" actId="26606"/>
          <ac:picMkLst>
            <pc:docMk/>
            <pc:sldMk cId="168105283" sldId="262"/>
            <ac:picMk id="5" creationId="{512A57BC-D872-355B-371C-811751F6E2F4}"/>
          </ac:picMkLst>
        </pc:picChg>
        <pc:cxnChg chg="add del">
          <ac:chgData name="Sanjeewa Kumara Narayana Narayana Mudiyanselage" userId="96a6db12-3713-4001-bd3f-0c7660fdb900" providerId="ADAL" clId="{001AC1CD-D0A6-504B-B3C8-0BDC0EF312A5}" dt="2025-11-20T00:50:24.439" v="208" actId="26606"/>
          <ac:cxnSpMkLst>
            <pc:docMk/>
            <pc:sldMk cId="168105283" sldId="262"/>
            <ac:cxnSpMk id="8" creationId="{753FE100-D0AB-4AE2-824B-60CFA31EC6A2}"/>
          </ac:cxnSpMkLst>
        </pc:cxnChg>
        <pc:cxnChg chg="add del">
          <ac:chgData name="Sanjeewa Kumara Narayana Narayana Mudiyanselage" userId="96a6db12-3713-4001-bd3f-0c7660fdb900" providerId="ADAL" clId="{001AC1CD-D0A6-504B-B3C8-0BDC0EF312A5}" dt="2025-11-20T00:49:42.730" v="202" actId="26606"/>
          <ac:cxnSpMkLst>
            <pc:docMk/>
            <pc:sldMk cId="168105283" sldId="262"/>
            <ac:cxnSpMk id="12" creationId="{92025DBA-8780-9CA0-2826-FF6E3BD1A0C9}"/>
          </ac:cxnSpMkLst>
        </pc:cxnChg>
        <pc:cxnChg chg="add del">
          <ac:chgData name="Sanjeewa Kumara Narayana Narayana Mudiyanselage" userId="96a6db12-3713-4001-bd3f-0c7660fdb900" providerId="ADAL" clId="{001AC1CD-D0A6-504B-B3C8-0BDC0EF312A5}" dt="2025-11-20T00:50:27.747" v="210" actId="26606"/>
          <ac:cxnSpMkLst>
            <pc:docMk/>
            <pc:sldMk cId="168105283" sldId="262"/>
            <ac:cxnSpMk id="13" creationId="{753FE100-D0AB-4AE2-824B-60CFA31EC6A2}"/>
          </ac:cxnSpMkLst>
        </pc:cxnChg>
        <pc:cxnChg chg="add del">
          <ac:chgData name="Sanjeewa Kumara Narayana Narayana Mudiyanselage" userId="96a6db12-3713-4001-bd3f-0c7660fdb900" providerId="ADAL" clId="{001AC1CD-D0A6-504B-B3C8-0BDC0EF312A5}" dt="2025-11-20T00:50:42.915" v="214" actId="26606"/>
          <ac:cxnSpMkLst>
            <pc:docMk/>
            <pc:sldMk cId="168105283" sldId="262"/>
            <ac:cxnSpMk id="16" creationId="{92025DBA-8780-9CA0-2826-FF6E3BD1A0C9}"/>
          </ac:cxnSpMkLst>
        </pc:cxnChg>
        <pc:cxnChg chg="add del">
          <ac:chgData name="Sanjeewa Kumara Narayana Narayana Mudiyanselage" userId="96a6db12-3713-4001-bd3f-0c7660fdb900" providerId="ADAL" clId="{001AC1CD-D0A6-504B-B3C8-0BDC0EF312A5}" dt="2025-11-20T06:02:37.189" v="1149"/>
          <ac:cxnSpMkLst>
            <pc:docMk/>
            <pc:sldMk cId="168105283" sldId="262"/>
            <ac:cxnSpMk id="23" creationId="{92025DBA-8780-9CA0-2826-FF6E3BD1A0C9}"/>
          </ac:cxnSpMkLst>
        </pc:cxnChg>
        <pc:cxnChg chg="add del">
          <ac:chgData name="Sanjeewa Kumara Narayana Narayana Mudiyanselage" userId="96a6db12-3713-4001-bd3f-0c7660fdb900" providerId="ADAL" clId="{001AC1CD-D0A6-504B-B3C8-0BDC0EF312A5}" dt="2025-11-20T00:54:22.624" v="239" actId="26606"/>
          <ac:cxnSpMkLst>
            <pc:docMk/>
            <pc:sldMk cId="168105283" sldId="262"/>
            <ac:cxnSpMk id="26" creationId="{92025DBA-8780-9CA0-2826-FF6E3BD1A0C9}"/>
          </ac:cxnSpMkLst>
        </pc:cxnChg>
        <pc:cxnChg chg="add del">
          <ac:chgData name="Sanjeewa Kumara Narayana Narayana Mudiyanselage" userId="96a6db12-3713-4001-bd3f-0c7660fdb900" providerId="ADAL" clId="{001AC1CD-D0A6-504B-B3C8-0BDC0EF312A5}" dt="2025-11-20T00:54:05.726" v="236" actId="26606"/>
          <ac:cxnSpMkLst>
            <pc:docMk/>
            <pc:sldMk cId="168105283" sldId="262"/>
            <ac:cxnSpMk id="30" creationId="{92025DBA-8780-9CA0-2826-FF6E3BD1A0C9}"/>
          </ac:cxnSpMkLst>
        </pc:cxnChg>
      </pc:sldChg>
      <pc:sldChg chg="addSp delSp modSp new mod setBg delDesignElem">
        <pc:chgData name="Sanjeewa Kumara Narayana Narayana Mudiyanselage" userId="96a6db12-3713-4001-bd3f-0c7660fdb900" providerId="ADAL" clId="{001AC1CD-D0A6-504B-B3C8-0BDC0EF312A5}" dt="2025-11-20T06:02:37.189" v="1149"/>
        <pc:sldMkLst>
          <pc:docMk/>
          <pc:sldMk cId="2365909756" sldId="263"/>
        </pc:sldMkLst>
        <pc:spChg chg="mod">
          <ac:chgData name="Sanjeewa Kumara Narayana Narayana Mudiyanselage" userId="96a6db12-3713-4001-bd3f-0c7660fdb900" providerId="ADAL" clId="{001AC1CD-D0A6-504B-B3C8-0BDC0EF312A5}" dt="2025-11-20T01:14:40.691" v="422" actId="255"/>
          <ac:spMkLst>
            <pc:docMk/>
            <pc:sldMk cId="2365909756" sldId="263"/>
            <ac:spMk id="2" creationId="{EAEDA847-6C49-6FB6-6987-155DE597C8B9}"/>
          </ac:spMkLst>
        </pc:spChg>
        <pc:spChg chg="mod ord">
          <ac:chgData name="Sanjeewa Kumara Narayana Narayana Mudiyanselage" userId="96a6db12-3713-4001-bd3f-0c7660fdb900" providerId="ADAL" clId="{001AC1CD-D0A6-504B-B3C8-0BDC0EF312A5}" dt="2025-11-20T06:02:37.189" v="1149"/>
          <ac:spMkLst>
            <pc:docMk/>
            <pc:sldMk cId="2365909756" sldId="263"/>
            <ac:spMk id="3" creationId="{2BD8EAF1-4334-98DB-8B12-F687E9AEFECC}"/>
          </ac:spMkLst>
        </pc:spChg>
        <pc:spChg chg="add del">
          <ac:chgData name="Sanjeewa Kumara Narayana Narayana Mudiyanselage" userId="96a6db12-3713-4001-bd3f-0c7660fdb900" providerId="ADAL" clId="{001AC1CD-D0A6-504B-B3C8-0BDC0EF312A5}" dt="2025-11-20T01:12:38.304" v="410" actId="26606"/>
          <ac:spMkLst>
            <pc:docMk/>
            <pc:sldMk cId="2365909756" sldId="263"/>
            <ac:spMk id="10" creationId="{744CAA32-F237-419C-A2DD-43C28D920D3C}"/>
          </ac:spMkLst>
        </pc:spChg>
        <pc:spChg chg="add del">
          <ac:chgData name="Sanjeewa Kumara Narayana Narayana Mudiyanselage" userId="96a6db12-3713-4001-bd3f-0c7660fdb900" providerId="ADAL" clId="{001AC1CD-D0A6-504B-B3C8-0BDC0EF312A5}" dt="2025-11-20T01:12:52.517" v="412" actId="26606"/>
          <ac:spMkLst>
            <pc:docMk/>
            <pc:sldMk cId="2365909756" sldId="263"/>
            <ac:spMk id="14" creationId="{744CAA32-F237-419C-A2DD-43C28D920D3C}"/>
          </ac:spMkLst>
        </pc:spChg>
        <pc:spChg chg="add del">
          <ac:chgData name="Sanjeewa Kumara Narayana Narayana Mudiyanselage" userId="96a6db12-3713-4001-bd3f-0c7660fdb900" providerId="ADAL" clId="{001AC1CD-D0A6-504B-B3C8-0BDC0EF312A5}" dt="2025-11-20T01:13:12.314" v="414" actId="26606"/>
          <ac:spMkLst>
            <pc:docMk/>
            <pc:sldMk cId="2365909756" sldId="263"/>
            <ac:spMk id="17" creationId="{744CAA32-F237-419C-A2DD-43C28D920D3C}"/>
          </ac:spMkLst>
        </pc:spChg>
        <pc:spChg chg="add del">
          <ac:chgData name="Sanjeewa Kumara Narayana Narayana Mudiyanselage" userId="96a6db12-3713-4001-bd3f-0c7660fdb900" providerId="ADAL" clId="{001AC1CD-D0A6-504B-B3C8-0BDC0EF312A5}" dt="2025-11-20T01:13:22.397" v="416" actId="26606"/>
          <ac:spMkLst>
            <pc:docMk/>
            <pc:sldMk cId="2365909756" sldId="263"/>
            <ac:spMk id="20" creationId="{744CAA32-F237-419C-A2DD-43C28D920D3C}"/>
          </ac:spMkLst>
        </pc:spChg>
        <pc:spChg chg="add del">
          <ac:chgData name="Sanjeewa Kumara Narayana Narayana Mudiyanselage" userId="96a6db12-3713-4001-bd3f-0c7660fdb900" providerId="ADAL" clId="{001AC1CD-D0A6-504B-B3C8-0BDC0EF312A5}" dt="2025-11-20T06:02:37.189" v="1149"/>
          <ac:spMkLst>
            <pc:docMk/>
            <pc:sldMk cId="2365909756" sldId="263"/>
            <ac:spMk id="23" creationId="{744CAA32-F237-419C-A2DD-43C28D920D3C}"/>
          </ac:spMkLst>
        </pc:spChg>
        <pc:picChg chg="add mod">
          <ac:chgData name="Sanjeewa Kumara Narayana Narayana Mudiyanselage" userId="96a6db12-3713-4001-bd3f-0c7660fdb900" providerId="ADAL" clId="{001AC1CD-D0A6-504B-B3C8-0BDC0EF312A5}" dt="2025-11-20T01:13:22.400" v="417" actId="26606"/>
          <ac:picMkLst>
            <pc:docMk/>
            <pc:sldMk cId="2365909756" sldId="263"/>
            <ac:picMk id="5" creationId="{FB12F7AE-CF77-E282-1CA5-539DBF04CF21}"/>
          </ac:picMkLst>
        </pc:picChg>
        <pc:cxnChg chg="add del">
          <ac:chgData name="Sanjeewa Kumara Narayana Narayana Mudiyanselage" userId="96a6db12-3713-4001-bd3f-0c7660fdb900" providerId="ADAL" clId="{001AC1CD-D0A6-504B-B3C8-0BDC0EF312A5}" dt="2025-11-20T01:12:38.304" v="410" actId="26606"/>
          <ac:cxnSpMkLst>
            <pc:docMk/>
            <pc:sldMk cId="2365909756" sldId="263"/>
            <ac:cxnSpMk id="12" creationId="{691422F5-4221-4812-AFD9-5479C6D60AD9}"/>
          </ac:cxnSpMkLst>
        </pc:cxnChg>
        <pc:cxnChg chg="add del">
          <ac:chgData name="Sanjeewa Kumara Narayana Narayana Mudiyanselage" userId="96a6db12-3713-4001-bd3f-0c7660fdb900" providerId="ADAL" clId="{001AC1CD-D0A6-504B-B3C8-0BDC0EF312A5}" dt="2025-11-20T01:12:52.517" v="412" actId="26606"/>
          <ac:cxnSpMkLst>
            <pc:docMk/>
            <pc:sldMk cId="2365909756" sldId="263"/>
            <ac:cxnSpMk id="15" creationId="{08052531-D50B-3899-B150-D05525F4F2BC}"/>
          </ac:cxnSpMkLst>
        </pc:cxnChg>
        <pc:cxnChg chg="add del">
          <ac:chgData name="Sanjeewa Kumara Narayana Narayana Mudiyanselage" userId="96a6db12-3713-4001-bd3f-0c7660fdb900" providerId="ADAL" clId="{001AC1CD-D0A6-504B-B3C8-0BDC0EF312A5}" dt="2025-11-20T01:13:12.314" v="414" actId="26606"/>
          <ac:cxnSpMkLst>
            <pc:docMk/>
            <pc:sldMk cId="2365909756" sldId="263"/>
            <ac:cxnSpMk id="18" creationId="{92025DBA-8780-9CA0-2826-FF6E3BD1A0C9}"/>
          </ac:cxnSpMkLst>
        </pc:cxnChg>
        <pc:cxnChg chg="add del">
          <ac:chgData name="Sanjeewa Kumara Narayana Narayana Mudiyanselage" userId="96a6db12-3713-4001-bd3f-0c7660fdb900" providerId="ADAL" clId="{001AC1CD-D0A6-504B-B3C8-0BDC0EF312A5}" dt="2025-11-20T01:13:22.397" v="416" actId="26606"/>
          <ac:cxnSpMkLst>
            <pc:docMk/>
            <pc:sldMk cId="2365909756" sldId="263"/>
            <ac:cxnSpMk id="21" creationId="{02C7985C-B0C3-CC50-E86A-B5EBA40E01DF}"/>
          </ac:cxnSpMkLst>
        </pc:cxnChg>
        <pc:cxnChg chg="add del">
          <ac:chgData name="Sanjeewa Kumara Narayana Narayana Mudiyanselage" userId="96a6db12-3713-4001-bd3f-0c7660fdb900" providerId="ADAL" clId="{001AC1CD-D0A6-504B-B3C8-0BDC0EF312A5}" dt="2025-11-20T06:02:37.189" v="1149"/>
          <ac:cxnSpMkLst>
            <pc:docMk/>
            <pc:sldMk cId="2365909756" sldId="263"/>
            <ac:cxnSpMk id="24" creationId="{08052531-D50B-3899-B150-D05525F4F2BC}"/>
          </ac:cxnSpMkLst>
        </pc:cxnChg>
      </pc:sldChg>
      <pc:sldChg chg="addSp delSp modSp new mod setBg delDesignElem">
        <pc:chgData name="Sanjeewa Kumara Narayana Narayana Mudiyanselage" userId="96a6db12-3713-4001-bd3f-0c7660fdb900" providerId="ADAL" clId="{001AC1CD-D0A6-504B-B3C8-0BDC0EF312A5}" dt="2025-11-20T06:02:37.189" v="1149"/>
        <pc:sldMkLst>
          <pc:docMk/>
          <pc:sldMk cId="3063826129" sldId="264"/>
        </pc:sldMkLst>
        <pc:spChg chg="mod">
          <ac:chgData name="Sanjeewa Kumara Narayana Narayana Mudiyanselage" userId="96a6db12-3713-4001-bd3f-0c7660fdb900" providerId="ADAL" clId="{001AC1CD-D0A6-504B-B3C8-0BDC0EF312A5}" dt="2025-11-20T05:13:06.425" v="1002" actId="14100"/>
          <ac:spMkLst>
            <pc:docMk/>
            <pc:sldMk cId="3063826129" sldId="264"/>
            <ac:spMk id="2" creationId="{D0696186-36C3-4366-DB67-3B13F3FCFEC1}"/>
          </ac:spMkLst>
        </pc:spChg>
        <pc:spChg chg="mod ord">
          <ac:chgData name="Sanjeewa Kumara Narayana Narayana Mudiyanselage" userId="96a6db12-3713-4001-bd3f-0c7660fdb900" providerId="ADAL" clId="{001AC1CD-D0A6-504B-B3C8-0BDC0EF312A5}" dt="2025-11-20T01:28:34.581" v="491" actId="1036"/>
          <ac:spMkLst>
            <pc:docMk/>
            <pc:sldMk cId="3063826129" sldId="264"/>
            <ac:spMk id="3" creationId="{91CD5D9E-457F-77A4-A161-C8514786F8B1}"/>
          </ac:spMkLst>
        </pc:spChg>
        <pc:spChg chg="add del mod">
          <ac:chgData name="Sanjeewa Kumara Narayana Narayana Mudiyanselage" userId="96a6db12-3713-4001-bd3f-0c7660fdb900" providerId="ADAL" clId="{001AC1CD-D0A6-504B-B3C8-0BDC0EF312A5}" dt="2025-11-20T01:28:24.861" v="479"/>
          <ac:spMkLst>
            <pc:docMk/>
            <pc:sldMk cId="3063826129" sldId="264"/>
            <ac:spMk id="6" creationId="{3AFDFC15-8FBE-AC27-0216-D6638AD35D03}"/>
          </ac:spMkLst>
        </pc:spChg>
        <pc:spChg chg="add del">
          <ac:chgData name="Sanjeewa Kumara Narayana Narayana Mudiyanselage" userId="96a6db12-3713-4001-bd3f-0c7660fdb900" providerId="ADAL" clId="{001AC1CD-D0A6-504B-B3C8-0BDC0EF312A5}" dt="2025-11-20T01:25:38.663" v="437" actId="26606"/>
          <ac:spMkLst>
            <pc:docMk/>
            <pc:sldMk cId="3063826129" sldId="264"/>
            <ac:spMk id="10" creationId="{744CAA32-F237-419C-A2DD-43C28D920D3C}"/>
          </ac:spMkLst>
        </pc:spChg>
        <pc:spChg chg="add del">
          <ac:chgData name="Sanjeewa Kumara Narayana Narayana Mudiyanselage" userId="96a6db12-3713-4001-bd3f-0c7660fdb900" providerId="ADAL" clId="{001AC1CD-D0A6-504B-B3C8-0BDC0EF312A5}" dt="2025-11-20T06:02:37.189" v="1149"/>
          <ac:spMkLst>
            <pc:docMk/>
            <pc:sldMk cId="3063826129" sldId="264"/>
            <ac:spMk id="14" creationId="{8FCE029E-5073-4498-8104-8427AA987352}"/>
          </ac:spMkLst>
        </pc:spChg>
        <pc:picChg chg="add mod">
          <ac:chgData name="Sanjeewa Kumara Narayana Narayana Mudiyanselage" userId="96a6db12-3713-4001-bd3f-0c7660fdb900" providerId="ADAL" clId="{001AC1CD-D0A6-504B-B3C8-0BDC0EF312A5}" dt="2025-11-20T01:28:23.204" v="477" actId="1036"/>
          <ac:picMkLst>
            <pc:docMk/>
            <pc:sldMk cId="3063826129" sldId="264"/>
            <ac:picMk id="5" creationId="{29CDF73D-00DC-6A73-4D68-06136DCF0746}"/>
          </ac:picMkLst>
        </pc:picChg>
        <pc:cxnChg chg="add del">
          <ac:chgData name="Sanjeewa Kumara Narayana Narayana Mudiyanselage" userId="96a6db12-3713-4001-bd3f-0c7660fdb900" providerId="ADAL" clId="{001AC1CD-D0A6-504B-B3C8-0BDC0EF312A5}" dt="2025-11-20T01:25:38.663" v="437" actId="26606"/>
          <ac:cxnSpMkLst>
            <pc:docMk/>
            <pc:sldMk cId="3063826129" sldId="264"/>
            <ac:cxnSpMk id="12" creationId="{92025DBA-8780-9CA0-2826-FF6E3BD1A0C9}"/>
          </ac:cxnSpMkLst>
        </pc:cxnChg>
        <pc:cxnChg chg="add del">
          <ac:chgData name="Sanjeewa Kumara Narayana Narayana Mudiyanselage" userId="96a6db12-3713-4001-bd3f-0c7660fdb900" providerId="ADAL" clId="{001AC1CD-D0A6-504B-B3C8-0BDC0EF312A5}" dt="2025-11-20T06:02:37.189" v="1149"/>
          <ac:cxnSpMkLst>
            <pc:docMk/>
            <pc:sldMk cId="3063826129" sldId="264"/>
            <ac:cxnSpMk id="15" creationId="{BEFF515C-2521-4964-9DAC-2BFB8EC86AE4}"/>
          </ac:cxnSpMkLst>
        </pc:cxnChg>
      </pc:sldChg>
      <pc:sldChg chg="addSp delSp modSp new mod setBg delDesignElem">
        <pc:chgData name="Sanjeewa Kumara Narayana Narayana Mudiyanselage" userId="96a6db12-3713-4001-bd3f-0c7660fdb900" providerId="ADAL" clId="{001AC1CD-D0A6-504B-B3C8-0BDC0EF312A5}" dt="2025-11-20T06:02:37.189" v="1149"/>
        <pc:sldMkLst>
          <pc:docMk/>
          <pc:sldMk cId="511234748" sldId="265"/>
        </pc:sldMkLst>
        <pc:spChg chg="mod">
          <ac:chgData name="Sanjeewa Kumara Narayana Narayana Mudiyanselage" userId="96a6db12-3713-4001-bd3f-0c7660fdb900" providerId="ADAL" clId="{001AC1CD-D0A6-504B-B3C8-0BDC0EF312A5}" dt="2025-11-20T06:02:37.189" v="1149"/>
          <ac:spMkLst>
            <pc:docMk/>
            <pc:sldMk cId="511234748" sldId="265"/>
            <ac:spMk id="2" creationId="{337A8364-0792-3B7B-1E52-53070A3D62BF}"/>
          </ac:spMkLst>
        </pc:spChg>
        <pc:spChg chg="mod ord">
          <ac:chgData name="Sanjeewa Kumara Narayana Narayana Mudiyanselage" userId="96a6db12-3713-4001-bd3f-0c7660fdb900" providerId="ADAL" clId="{001AC1CD-D0A6-504B-B3C8-0BDC0EF312A5}" dt="2025-11-20T06:02:37.189" v="1149"/>
          <ac:spMkLst>
            <pc:docMk/>
            <pc:sldMk cId="511234748" sldId="265"/>
            <ac:spMk id="3" creationId="{C774D705-2D5A-5ACA-E7B4-B656DF993AB7}"/>
          </ac:spMkLst>
        </pc:spChg>
        <pc:spChg chg="add del">
          <ac:chgData name="Sanjeewa Kumara Narayana Narayana Mudiyanselage" userId="96a6db12-3713-4001-bd3f-0c7660fdb900" providerId="ADAL" clId="{001AC1CD-D0A6-504B-B3C8-0BDC0EF312A5}" dt="2025-11-20T06:02:37.189" v="1149"/>
          <ac:spMkLst>
            <pc:docMk/>
            <pc:sldMk cId="511234748" sldId="265"/>
            <ac:spMk id="7" creationId="{DBDA151C-5770-45E4-AAFF-59E7F403866D}"/>
          </ac:spMkLst>
        </pc:spChg>
        <pc:spChg chg="add del">
          <ac:chgData name="Sanjeewa Kumara Narayana Narayana Mudiyanselage" userId="96a6db12-3713-4001-bd3f-0c7660fdb900" providerId="ADAL" clId="{001AC1CD-D0A6-504B-B3C8-0BDC0EF312A5}" dt="2025-11-20T01:40:10.454" v="536" actId="26606"/>
          <ac:spMkLst>
            <pc:docMk/>
            <pc:sldMk cId="511234748" sldId="265"/>
            <ac:spMk id="10" creationId="{DBDA151C-5770-45E4-AAFF-59E7F403866D}"/>
          </ac:spMkLst>
        </pc:spChg>
        <pc:spChg chg="add del">
          <ac:chgData name="Sanjeewa Kumara Narayana Narayana Mudiyanselage" userId="96a6db12-3713-4001-bd3f-0c7660fdb900" providerId="ADAL" clId="{001AC1CD-D0A6-504B-B3C8-0BDC0EF312A5}" dt="2025-11-20T01:40:12.364" v="538" actId="26606"/>
          <ac:spMkLst>
            <pc:docMk/>
            <pc:sldMk cId="511234748" sldId="265"/>
            <ac:spMk id="14" creationId="{DBDA151C-5770-45E4-AAFF-59E7F403866D}"/>
          </ac:spMkLst>
        </pc:spChg>
        <pc:spChg chg="add del">
          <ac:chgData name="Sanjeewa Kumara Narayana Narayana Mudiyanselage" userId="96a6db12-3713-4001-bd3f-0c7660fdb900" providerId="ADAL" clId="{001AC1CD-D0A6-504B-B3C8-0BDC0EF312A5}" dt="2025-11-20T01:40:16.409" v="540" actId="26606"/>
          <ac:spMkLst>
            <pc:docMk/>
            <pc:sldMk cId="511234748" sldId="265"/>
            <ac:spMk id="17" creationId="{DBDA151C-5770-45E4-AAFF-59E7F403866D}"/>
          </ac:spMkLst>
        </pc:spChg>
        <pc:spChg chg="add del">
          <ac:chgData name="Sanjeewa Kumara Narayana Narayana Mudiyanselage" userId="96a6db12-3713-4001-bd3f-0c7660fdb900" providerId="ADAL" clId="{001AC1CD-D0A6-504B-B3C8-0BDC0EF312A5}" dt="2025-11-20T01:40:19.873" v="542" actId="26606"/>
          <ac:spMkLst>
            <pc:docMk/>
            <pc:sldMk cId="511234748" sldId="265"/>
            <ac:spMk id="20" creationId="{744CAA32-F237-419C-A2DD-43C28D920D3C}"/>
          </ac:spMkLst>
        </pc:spChg>
        <pc:spChg chg="add del">
          <ac:chgData name="Sanjeewa Kumara Narayana Narayana Mudiyanselage" userId="96a6db12-3713-4001-bd3f-0c7660fdb900" providerId="ADAL" clId="{001AC1CD-D0A6-504B-B3C8-0BDC0EF312A5}" dt="2025-11-20T01:40:29.366" v="544" actId="26606"/>
          <ac:spMkLst>
            <pc:docMk/>
            <pc:sldMk cId="511234748" sldId="265"/>
            <ac:spMk id="23" creationId="{744CAA32-F237-419C-A2DD-43C28D920D3C}"/>
          </ac:spMkLst>
        </pc:spChg>
        <pc:spChg chg="add del">
          <ac:chgData name="Sanjeewa Kumara Narayana Narayana Mudiyanselage" userId="96a6db12-3713-4001-bd3f-0c7660fdb900" providerId="ADAL" clId="{001AC1CD-D0A6-504B-B3C8-0BDC0EF312A5}" dt="2025-11-20T01:40:42.904" v="548" actId="26606"/>
          <ac:spMkLst>
            <pc:docMk/>
            <pc:sldMk cId="511234748" sldId="265"/>
            <ac:spMk id="26" creationId="{744CAA32-F237-419C-A2DD-43C28D920D3C}"/>
          </ac:spMkLst>
        </pc:spChg>
        <pc:picChg chg="add mod">
          <ac:chgData name="Sanjeewa Kumara Narayana Narayana Mudiyanselage" userId="96a6db12-3713-4001-bd3f-0c7660fdb900" providerId="ADAL" clId="{001AC1CD-D0A6-504B-B3C8-0BDC0EF312A5}" dt="2025-11-20T01:41:19.986" v="568" actId="1038"/>
          <ac:picMkLst>
            <pc:docMk/>
            <pc:sldMk cId="511234748" sldId="265"/>
            <ac:picMk id="5" creationId="{1D72E8FB-F358-FEB3-F9AA-CFCD7992369D}"/>
          </ac:picMkLst>
        </pc:picChg>
        <pc:cxnChg chg="add del">
          <ac:chgData name="Sanjeewa Kumara Narayana Narayana Mudiyanselage" userId="96a6db12-3713-4001-bd3f-0c7660fdb900" providerId="ADAL" clId="{001AC1CD-D0A6-504B-B3C8-0BDC0EF312A5}" dt="2025-11-20T06:02:37.189" v="1149"/>
          <ac:cxnSpMkLst>
            <pc:docMk/>
            <pc:sldMk cId="511234748" sldId="265"/>
            <ac:cxnSpMk id="8" creationId="{2EA0F4A6-3CC9-C9E2-BA02-58FA29F7DD8E}"/>
          </ac:cxnSpMkLst>
        </pc:cxnChg>
        <pc:cxnChg chg="add del">
          <ac:chgData name="Sanjeewa Kumara Narayana Narayana Mudiyanselage" userId="96a6db12-3713-4001-bd3f-0c7660fdb900" providerId="ADAL" clId="{001AC1CD-D0A6-504B-B3C8-0BDC0EF312A5}" dt="2025-11-20T01:40:10.454" v="536" actId="26606"/>
          <ac:cxnSpMkLst>
            <pc:docMk/>
            <pc:sldMk cId="511234748" sldId="265"/>
            <ac:cxnSpMk id="12" creationId="{2EA0F4A6-3CC9-C9E2-BA02-58FA29F7DD8E}"/>
          </ac:cxnSpMkLst>
        </pc:cxnChg>
        <pc:cxnChg chg="add del">
          <ac:chgData name="Sanjeewa Kumara Narayana Narayana Mudiyanselage" userId="96a6db12-3713-4001-bd3f-0c7660fdb900" providerId="ADAL" clId="{001AC1CD-D0A6-504B-B3C8-0BDC0EF312A5}" dt="2025-11-20T01:40:12.364" v="538" actId="26606"/>
          <ac:cxnSpMkLst>
            <pc:docMk/>
            <pc:sldMk cId="511234748" sldId="265"/>
            <ac:cxnSpMk id="15" creationId="{39AA7464-1EB7-A869-C7D3-AA680BBA984A}"/>
          </ac:cxnSpMkLst>
        </pc:cxnChg>
        <pc:cxnChg chg="add del">
          <ac:chgData name="Sanjeewa Kumara Narayana Narayana Mudiyanselage" userId="96a6db12-3713-4001-bd3f-0c7660fdb900" providerId="ADAL" clId="{001AC1CD-D0A6-504B-B3C8-0BDC0EF312A5}" dt="2025-11-20T01:40:16.409" v="540" actId="26606"/>
          <ac:cxnSpMkLst>
            <pc:docMk/>
            <pc:sldMk cId="511234748" sldId="265"/>
            <ac:cxnSpMk id="18" creationId="{2EA0F4A6-3CC9-C9E2-BA02-58FA29F7DD8E}"/>
          </ac:cxnSpMkLst>
        </pc:cxnChg>
        <pc:cxnChg chg="add del">
          <ac:chgData name="Sanjeewa Kumara Narayana Narayana Mudiyanselage" userId="96a6db12-3713-4001-bd3f-0c7660fdb900" providerId="ADAL" clId="{001AC1CD-D0A6-504B-B3C8-0BDC0EF312A5}" dt="2025-11-20T01:40:19.873" v="542" actId="26606"/>
          <ac:cxnSpMkLst>
            <pc:docMk/>
            <pc:sldMk cId="511234748" sldId="265"/>
            <ac:cxnSpMk id="21" creationId="{92025DBA-8780-9CA0-2826-FF6E3BD1A0C9}"/>
          </ac:cxnSpMkLst>
        </pc:cxnChg>
        <pc:cxnChg chg="add del">
          <ac:chgData name="Sanjeewa Kumara Narayana Narayana Mudiyanselage" userId="96a6db12-3713-4001-bd3f-0c7660fdb900" providerId="ADAL" clId="{001AC1CD-D0A6-504B-B3C8-0BDC0EF312A5}" dt="2025-11-20T01:40:29.366" v="544" actId="26606"/>
          <ac:cxnSpMkLst>
            <pc:docMk/>
            <pc:sldMk cId="511234748" sldId="265"/>
            <ac:cxnSpMk id="24" creationId="{02C7985C-B0C3-CC50-E86A-B5EBA40E01DF}"/>
          </ac:cxnSpMkLst>
        </pc:cxnChg>
        <pc:cxnChg chg="add del">
          <ac:chgData name="Sanjeewa Kumara Narayana Narayana Mudiyanselage" userId="96a6db12-3713-4001-bd3f-0c7660fdb900" providerId="ADAL" clId="{001AC1CD-D0A6-504B-B3C8-0BDC0EF312A5}" dt="2025-11-20T01:40:42.904" v="548" actId="26606"/>
          <ac:cxnSpMkLst>
            <pc:docMk/>
            <pc:sldMk cId="511234748" sldId="265"/>
            <ac:cxnSpMk id="27" creationId="{08052531-D50B-3899-B150-D05525F4F2BC}"/>
          </ac:cxnSpMkLst>
        </pc:cxnChg>
      </pc:sldChg>
      <pc:sldChg chg="addSp delSp modSp new mod setBg delDesignElem modNotesTx">
        <pc:chgData name="Sanjeewa Kumara Narayana Narayana Mudiyanselage" userId="96a6db12-3713-4001-bd3f-0c7660fdb900" providerId="ADAL" clId="{001AC1CD-D0A6-504B-B3C8-0BDC0EF312A5}" dt="2025-11-20T06:02:37.189" v="1149"/>
        <pc:sldMkLst>
          <pc:docMk/>
          <pc:sldMk cId="2254068828" sldId="266"/>
        </pc:sldMkLst>
        <pc:spChg chg="mod">
          <ac:chgData name="Sanjeewa Kumara Narayana Narayana Mudiyanselage" userId="96a6db12-3713-4001-bd3f-0c7660fdb900" providerId="ADAL" clId="{001AC1CD-D0A6-504B-B3C8-0BDC0EF312A5}" dt="2025-11-20T02:21:44.686" v="730" actId="255"/>
          <ac:spMkLst>
            <pc:docMk/>
            <pc:sldMk cId="2254068828" sldId="266"/>
            <ac:spMk id="2" creationId="{A83090A1-CEB3-6327-C2BB-1F2CCA04E9BC}"/>
          </ac:spMkLst>
        </pc:spChg>
        <pc:spChg chg="add del mod">
          <ac:chgData name="Sanjeewa Kumara Narayana Narayana Mudiyanselage" userId="96a6db12-3713-4001-bd3f-0c7660fdb900" providerId="ADAL" clId="{001AC1CD-D0A6-504B-B3C8-0BDC0EF312A5}" dt="2025-11-20T02:18:55.849" v="668" actId="26606"/>
          <ac:spMkLst>
            <pc:docMk/>
            <pc:sldMk cId="2254068828" sldId="266"/>
            <ac:spMk id="3" creationId="{C436B4BC-3B6A-AC10-FF6B-15F1BAEAD3BE}"/>
          </ac:spMkLst>
        </pc:spChg>
        <pc:spChg chg="add del">
          <ac:chgData name="Sanjeewa Kumara Narayana Narayana Mudiyanselage" userId="96a6db12-3713-4001-bd3f-0c7660fdb900" providerId="ADAL" clId="{001AC1CD-D0A6-504B-B3C8-0BDC0EF312A5}" dt="2025-11-20T06:02:37.189" v="1149"/>
          <ac:spMkLst>
            <pc:docMk/>
            <pc:sldMk cId="2254068828" sldId="266"/>
            <ac:spMk id="12" creationId="{DBDA151C-5770-45E4-AAFF-59E7F403866D}"/>
          </ac:spMkLst>
        </pc:spChg>
        <pc:graphicFrameChg chg="add del">
          <ac:chgData name="Sanjeewa Kumara Narayana Narayana Mudiyanselage" userId="96a6db12-3713-4001-bd3f-0c7660fdb900" providerId="ADAL" clId="{001AC1CD-D0A6-504B-B3C8-0BDC0EF312A5}" dt="2025-11-20T02:18:34.110" v="663" actId="26606"/>
          <ac:graphicFrameMkLst>
            <pc:docMk/>
            <pc:sldMk cId="2254068828" sldId="266"/>
            <ac:graphicFrameMk id="5" creationId="{7AF555E4-C9B3-28C6-F8CA-45A5DF3E1722}"/>
          </ac:graphicFrameMkLst>
        </pc:graphicFrameChg>
        <pc:graphicFrameChg chg="add del">
          <ac:chgData name="Sanjeewa Kumara Narayana Narayana Mudiyanselage" userId="96a6db12-3713-4001-bd3f-0c7660fdb900" providerId="ADAL" clId="{001AC1CD-D0A6-504B-B3C8-0BDC0EF312A5}" dt="2025-11-20T02:18:37.317" v="665" actId="26606"/>
          <ac:graphicFrameMkLst>
            <pc:docMk/>
            <pc:sldMk cId="2254068828" sldId="266"/>
            <ac:graphicFrameMk id="7" creationId="{2A6E0683-EAD8-ED70-C98F-951969C38FE2}"/>
          </ac:graphicFrameMkLst>
        </pc:graphicFrameChg>
        <pc:graphicFrameChg chg="add del">
          <ac:chgData name="Sanjeewa Kumara Narayana Narayana Mudiyanselage" userId="96a6db12-3713-4001-bd3f-0c7660fdb900" providerId="ADAL" clId="{001AC1CD-D0A6-504B-B3C8-0BDC0EF312A5}" dt="2025-11-20T02:18:55.818" v="667" actId="26606"/>
          <ac:graphicFrameMkLst>
            <pc:docMk/>
            <pc:sldMk cId="2254068828" sldId="266"/>
            <ac:graphicFrameMk id="9" creationId="{C6585CBD-125B-3DFC-996D-9F9F7FC460B2}"/>
          </ac:graphicFrameMkLst>
        </pc:graphicFrameChg>
        <pc:graphicFrameChg chg="add mod">
          <ac:chgData name="Sanjeewa Kumara Narayana Narayana Mudiyanselage" userId="96a6db12-3713-4001-bd3f-0c7660fdb900" providerId="ADAL" clId="{001AC1CD-D0A6-504B-B3C8-0BDC0EF312A5}" dt="2025-11-20T02:20:55.549" v="726" actId="14838"/>
          <ac:graphicFrameMkLst>
            <pc:docMk/>
            <pc:sldMk cId="2254068828" sldId="266"/>
            <ac:graphicFrameMk id="13" creationId="{4C4460E7-F761-8B4C-5510-2442D7691013}"/>
          </ac:graphicFrameMkLst>
        </pc:graphicFrameChg>
        <pc:cxnChg chg="add del">
          <ac:chgData name="Sanjeewa Kumara Narayana Narayana Mudiyanselage" userId="96a6db12-3713-4001-bd3f-0c7660fdb900" providerId="ADAL" clId="{001AC1CD-D0A6-504B-B3C8-0BDC0EF312A5}" dt="2025-11-20T06:02:37.189" v="1149"/>
          <ac:cxnSpMkLst>
            <pc:docMk/>
            <pc:sldMk cId="2254068828" sldId="266"/>
            <ac:cxnSpMk id="11" creationId="{E62D3963-2153-4637-96E6-E31BD2CE5D0D}"/>
          </ac:cxnSpMkLst>
        </pc:cxnChg>
      </pc:sldChg>
      <pc:sldChg chg="addSp delSp modSp new del mod setBg">
        <pc:chgData name="Sanjeewa Kumara Narayana Narayana Mudiyanselage" userId="96a6db12-3713-4001-bd3f-0c7660fdb900" providerId="ADAL" clId="{001AC1CD-D0A6-504B-B3C8-0BDC0EF312A5}" dt="2025-11-20T02:23:14.738" v="734" actId="2696"/>
        <pc:sldMkLst>
          <pc:docMk/>
          <pc:sldMk cId="2534861504" sldId="267"/>
        </pc:sldMkLst>
        <pc:spChg chg="add">
          <ac:chgData name="Sanjeewa Kumara Narayana Narayana Mudiyanselage" userId="96a6db12-3713-4001-bd3f-0c7660fdb900" providerId="ADAL" clId="{001AC1CD-D0A6-504B-B3C8-0BDC0EF312A5}" dt="2025-11-20T02:08:26.121" v="648" actId="26606"/>
          <ac:spMkLst>
            <pc:docMk/>
            <pc:sldMk cId="2534861504" sldId="267"/>
            <ac:spMk id="8" creationId="{ABA4FDDF-F59C-428B-8603-3A86D75931AB}"/>
          </ac:spMkLst>
        </pc:spChg>
        <pc:spChg chg="add">
          <ac:chgData name="Sanjeewa Kumara Narayana Narayana Mudiyanselage" userId="96a6db12-3713-4001-bd3f-0c7660fdb900" providerId="ADAL" clId="{001AC1CD-D0A6-504B-B3C8-0BDC0EF312A5}" dt="2025-11-20T02:08:26.121" v="648" actId="26606"/>
          <ac:spMkLst>
            <pc:docMk/>
            <pc:sldMk cId="2534861504" sldId="267"/>
            <ac:spMk id="10" creationId="{F5B93277-2482-DF5B-A88D-67715E16430C}"/>
          </ac:spMkLst>
        </pc:spChg>
        <pc:picChg chg="add del mod">
          <ac:chgData name="Sanjeewa Kumara Narayana Narayana Mudiyanselage" userId="96a6db12-3713-4001-bd3f-0c7660fdb900" providerId="ADAL" clId="{001AC1CD-D0A6-504B-B3C8-0BDC0EF312A5}" dt="2025-11-20T02:09:13.850" v="649" actId="478"/>
          <ac:picMkLst>
            <pc:docMk/>
            <pc:sldMk cId="2534861504" sldId="267"/>
            <ac:picMk id="3" creationId="{A1EE83F8-EB65-BF35-98D8-23CFBBD1A436}"/>
          </ac:picMkLst>
        </pc:picChg>
        <pc:picChg chg="add del">
          <ac:chgData name="Sanjeewa Kumara Narayana Narayana Mudiyanselage" userId="96a6db12-3713-4001-bd3f-0c7660fdb900" providerId="ADAL" clId="{001AC1CD-D0A6-504B-B3C8-0BDC0EF312A5}" dt="2025-11-20T02:23:06.118" v="732" actId="478"/>
          <ac:picMkLst>
            <pc:docMk/>
            <pc:sldMk cId="2534861504" sldId="267"/>
            <ac:picMk id="4" creationId="{D40BCB9D-5240-E160-E9C2-43B67B0246A2}"/>
          </ac:picMkLst>
        </pc:picChg>
        <pc:cxnChg chg="add">
          <ac:chgData name="Sanjeewa Kumara Narayana Narayana Mudiyanselage" userId="96a6db12-3713-4001-bd3f-0c7660fdb900" providerId="ADAL" clId="{001AC1CD-D0A6-504B-B3C8-0BDC0EF312A5}" dt="2025-11-20T02:08:26.121" v="648" actId="26606"/>
          <ac:cxnSpMkLst>
            <pc:docMk/>
            <pc:sldMk cId="2534861504" sldId="267"/>
            <ac:cxnSpMk id="12" creationId="{9AE2764D-E1C7-4C0E-A5A4-12411550ABAD}"/>
          </ac:cxnSpMkLst>
        </pc:cxnChg>
      </pc:sldChg>
      <pc:sldChg chg="addSp modSp new del mod setBg">
        <pc:chgData name="Sanjeewa Kumara Narayana Narayana Mudiyanselage" userId="96a6db12-3713-4001-bd3f-0c7660fdb900" providerId="ADAL" clId="{001AC1CD-D0A6-504B-B3C8-0BDC0EF312A5}" dt="2025-11-20T04:32:44.442" v="889" actId="2696"/>
        <pc:sldMkLst>
          <pc:docMk/>
          <pc:sldMk cId="2321900690" sldId="268"/>
        </pc:sldMkLst>
        <pc:spChg chg="add">
          <ac:chgData name="Sanjeewa Kumara Narayana Narayana Mudiyanselage" userId="96a6db12-3713-4001-bd3f-0c7660fdb900" providerId="ADAL" clId="{001AC1CD-D0A6-504B-B3C8-0BDC0EF312A5}" dt="2025-11-20T02:23:22.708" v="738" actId="26606"/>
          <ac:spMkLst>
            <pc:docMk/>
            <pc:sldMk cId="2321900690" sldId="268"/>
            <ac:spMk id="8" creationId="{ABA4FDDF-F59C-428B-8603-3A86D75931AB}"/>
          </ac:spMkLst>
        </pc:spChg>
        <pc:picChg chg="add mod">
          <ac:chgData name="Sanjeewa Kumara Narayana Narayana Mudiyanselage" userId="96a6db12-3713-4001-bd3f-0c7660fdb900" providerId="ADAL" clId="{001AC1CD-D0A6-504B-B3C8-0BDC0EF312A5}" dt="2025-11-20T02:23:22.708" v="738" actId="26606"/>
          <ac:picMkLst>
            <pc:docMk/>
            <pc:sldMk cId="2321900690" sldId="268"/>
            <ac:picMk id="3" creationId="{799256E6-C8D6-1E3A-C923-7D2D27181AF3}"/>
          </ac:picMkLst>
        </pc:picChg>
      </pc:sldChg>
      <pc:sldChg chg="addSp delSp modSp new mod setBg delDesignElem">
        <pc:chgData name="Sanjeewa Kumara Narayana Narayana Mudiyanselage" userId="96a6db12-3713-4001-bd3f-0c7660fdb900" providerId="ADAL" clId="{001AC1CD-D0A6-504B-B3C8-0BDC0EF312A5}" dt="2025-11-20T06:02:37.189" v="1149"/>
        <pc:sldMkLst>
          <pc:docMk/>
          <pc:sldMk cId="720818139" sldId="269"/>
        </pc:sldMkLst>
        <pc:spChg chg="mod">
          <ac:chgData name="Sanjeewa Kumara Narayana Narayana Mudiyanselage" userId="96a6db12-3713-4001-bd3f-0c7660fdb900" providerId="ADAL" clId="{001AC1CD-D0A6-504B-B3C8-0BDC0EF312A5}" dt="2025-11-20T06:02:37.189" v="1149"/>
          <ac:spMkLst>
            <pc:docMk/>
            <pc:sldMk cId="720818139" sldId="269"/>
            <ac:spMk id="2" creationId="{49A5527F-4696-26A5-99D8-B85A82CE9B84}"/>
          </ac:spMkLst>
        </pc:spChg>
        <pc:spChg chg="add del mod">
          <ac:chgData name="Sanjeewa Kumara Narayana Narayana Mudiyanselage" userId="96a6db12-3713-4001-bd3f-0c7660fdb900" providerId="ADAL" clId="{001AC1CD-D0A6-504B-B3C8-0BDC0EF312A5}" dt="2025-11-20T02:36:13.132" v="765" actId="26606"/>
          <ac:spMkLst>
            <pc:docMk/>
            <pc:sldMk cId="720818139" sldId="269"/>
            <ac:spMk id="3" creationId="{2FB63E41-B602-B8CA-D3F2-E7E7C80169B0}"/>
          </ac:spMkLst>
        </pc:spChg>
        <pc:spChg chg="add del">
          <ac:chgData name="Sanjeewa Kumara Narayana Narayana Mudiyanselage" userId="96a6db12-3713-4001-bd3f-0c7660fdb900" providerId="ADAL" clId="{001AC1CD-D0A6-504B-B3C8-0BDC0EF312A5}" dt="2025-11-20T02:35:57.639" v="756" actId="26606"/>
          <ac:spMkLst>
            <pc:docMk/>
            <pc:sldMk cId="720818139" sldId="269"/>
            <ac:spMk id="9" creationId="{DBDA151C-5770-45E4-AAFF-59E7F403866D}"/>
          </ac:spMkLst>
        </pc:spChg>
        <pc:spChg chg="add del">
          <ac:chgData name="Sanjeewa Kumara Narayana Narayana Mudiyanselage" userId="96a6db12-3713-4001-bd3f-0c7660fdb900" providerId="ADAL" clId="{001AC1CD-D0A6-504B-B3C8-0BDC0EF312A5}" dt="2025-11-20T02:36:01.703" v="758" actId="26606"/>
          <ac:spMkLst>
            <pc:docMk/>
            <pc:sldMk cId="720818139" sldId="269"/>
            <ac:spMk id="10" creationId="{DBDA151C-5770-45E4-AAFF-59E7F403866D}"/>
          </ac:spMkLst>
        </pc:spChg>
        <pc:spChg chg="add del">
          <ac:chgData name="Sanjeewa Kumara Narayana Narayana Mudiyanselage" userId="96a6db12-3713-4001-bd3f-0c7660fdb900" providerId="ADAL" clId="{001AC1CD-D0A6-504B-B3C8-0BDC0EF312A5}" dt="2025-11-20T02:36:01.703" v="758" actId="26606"/>
          <ac:spMkLst>
            <pc:docMk/>
            <pc:sldMk cId="720818139" sldId="269"/>
            <ac:spMk id="13" creationId="{2FB63E41-B602-B8CA-D3F2-E7E7C80169B0}"/>
          </ac:spMkLst>
        </pc:spChg>
        <pc:spChg chg="add del">
          <ac:chgData name="Sanjeewa Kumara Narayana Narayana Mudiyanselage" userId="96a6db12-3713-4001-bd3f-0c7660fdb900" providerId="ADAL" clId="{001AC1CD-D0A6-504B-B3C8-0BDC0EF312A5}" dt="2025-11-20T02:36:13.100" v="764" actId="26606"/>
          <ac:spMkLst>
            <pc:docMk/>
            <pc:sldMk cId="720818139" sldId="269"/>
            <ac:spMk id="19" creationId="{DBDA151C-5770-45E4-AAFF-59E7F403866D}"/>
          </ac:spMkLst>
        </pc:spChg>
        <pc:spChg chg="add del">
          <ac:chgData name="Sanjeewa Kumara Narayana Narayana Mudiyanselage" userId="96a6db12-3713-4001-bd3f-0c7660fdb900" providerId="ADAL" clId="{001AC1CD-D0A6-504B-B3C8-0BDC0EF312A5}" dt="2025-11-20T06:02:37.189" v="1149"/>
          <ac:spMkLst>
            <pc:docMk/>
            <pc:sldMk cId="720818139" sldId="269"/>
            <ac:spMk id="23" creationId="{21C69525-1BE4-4BA0-A23C-3BB6C162EFB9}"/>
          </ac:spMkLst>
        </pc:spChg>
        <pc:spChg chg="add del">
          <ac:chgData name="Sanjeewa Kumara Narayana Narayana Mudiyanselage" userId="96a6db12-3713-4001-bd3f-0c7660fdb900" providerId="ADAL" clId="{001AC1CD-D0A6-504B-B3C8-0BDC0EF312A5}" dt="2025-11-20T02:42:57.474" v="779" actId="26606"/>
          <ac:spMkLst>
            <pc:docMk/>
            <pc:sldMk cId="720818139" sldId="269"/>
            <ac:spMk id="30" creationId="{DBDA151C-5770-45E4-AAFF-59E7F403866D}"/>
          </ac:spMkLst>
        </pc:spChg>
        <pc:graphicFrameChg chg="add del">
          <ac:chgData name="Sanjeewa Kumara Narayana Narayana Mudiyanselage" userId="96a6db12-3713-4001-bd3f-0c7660fdb900" providerId="ADAL" clId="{001AC1CD-D0A6-504B-B3C8-0BDC0EF312A5}" dt="2025-11-20T02:35:57.639" v="756" actId="26606"/>
          <ac:graphicFrameMkLst>
            <pc:docMk/>
            <pc:sldMk cId="720818139" sldId="269"/>
            <ac:graphicFrameMk id="5" creationId="{D1FA4BDD-EB14-C373-5472-8C6B700551E3}"/>
          </ac:graphicFrameMkLst>
        </pc:graphicFrameChg>
        <pc:graphicFrameChg chg="add del">
          <ac:chgData name="Sanjeewa Kumara Narayana Narayana Mudiyanselage" userId="96a6db12-3713-4001-bd3f-0c7660fdb900" providerId="ADAL" clId="{001AC1CD-D0A6-504B-B3C8-0BDC0EF312A5}" dt="2025-11-20T02:36:04.471" v="760" actId="26606"/>
          <ac:graphicFrameMkLst>
            <pc:docMk/>
            <pc:sldMk cId="720818139" sldId="269"/>
            <ac:graphicFrameMk id="15" creationId="{068F264B-43A8-B1C8-873F-9C239B77BAD5}"/>
          </ac:graphicFrameMkLst>
        </pc:graphicFrameChg>
        <pc:graphicFrameChg chg="add del">
          <ac:chgData name="Sanjeewa Kumara Narayana Narayana Mudiyanselage" userId="96a6db12-3713-4001-bd3f-0c7660fdb900" providerId="ADAL" clId="{001AC1CD-D0A6-504B-B3C8-0BDC0EF312A5}" dt="2025-11-20T02:36:10.355" v="762" actId="26606"/>
          <ac:graphicFrameMkLst>
            <pc:docMk/>
            <pc:sldMk cId="720818139" sldId="269"/>
            <ac:graphicFrameMk id="17" creationId="{18B6EEE4-A5DA-BFD1-0479-AD81AF8D6D61}"/>
          </ac:graphicFrameMkLst>
        </pc:graphicFrameChg>
        <pc:graphicFrameChg chg="add del">
          <ac:chgData name="Sanjeewa Kumara Narayana Narayana Mudiyanselage" userId="96a6db12-3713-4001-bd3f-0c7660fdb900" providerId="ADAL" clId="{001AC1CD-D0A6-504B-B3C8-0BDC0EF312A5}" dt="2025-11-20T02:36:13.100" v="764" actId="26606"/>
          <ac:graphicFrameMkLst>
            <pc:docMk/>
            <pc:sldMk cId="720818139" sldId="269"/>
            <ac:graphicFrameMk id="21" creationId="{93289A4D-3214-6A76-A095-3CB3D31D33C8}"/>
          </ac:graphicFrameMkLst>
        </pc:graphicFrameChg>
        <pc:graphicFrameChg chg="add mod modGraphic">
          <ac:chgData name="Sanjeewa Kumara Narayana Narayana Mudiyanselage" userId="96a6db12-3713-4001-bd3f-0c7660fdb900" providerId="ADAL" clId="{001AC1CD-D0A6-504B-B3C8-0BDC0EF312A5}" dt="2025-11-20T02:42:57.474" v="779" actId="26606"/>
          <ac:graphicFrameMkLst>
            <pc:docMk/>
            <pc:sldMk cId="720818139" sldId="269"/>
            <ac:graphicFrameMk id="25" creationId="{3717898E-EFBB-CCAC-0CC5-8CC2E82C3765}"/>
          </ac:graphicFrameMkLst>
        </pc:graphicFrameChg>
        <pc:picChg chg="add del mod">
          <ac:chgData name="Sanjeewa Kumara Narayana Narayana Mudiyanselage" userId="96a6db12-3713-4001-bd3f-0c7660fdb900" providerId="ADAL" clId="{001AC1CD-D0A6-504B-B3C8-0BDC0EF312A5}" dt="2025-11-20T02:49:22.362" v="783" actId="478"/>
          <ac:picMkLst>
            <pc:docMk/>
            <pc:sldMk cId="720818139" sldId="269"/>
            <ac:picMk id="6" creationId="{93DD5265-7633-529C-761F-409A807AAB9B}"/>
          </ac:picMkLst>
        </pc:picChg>
        <pc:picChg chg="add del">
          <ac:chgData name="Sanjeewa Kumara Narayana Narayana Mudiyanselage" userId="96a6db12-3713-4001-bd3f-0c7660fdb900" providerId="ADAL" clId="{001AC1CD-D0A6-504B-B3C8-0BDC0EF312A5}" dt="2025-11-20T02:36:01.703" v="758" actId="26606"/>
          <ac:picMkLst>
            <pc:docMk/>
            <pc:sldMk cId="720818139" sldId="269"/>
            <ac:picMk id="7" creationId="{929E37CA-6217-061E-2C82-1E84568AF7A3}"/>
          </ac:picMkLst>
        </pc:picChg>
        <pc:cxnChg chg="add del">
          <ac:chgData name="Sanjeewa Kumara Narayana Narayana Mudiyanselage" userId="96a6db12-3713-4001-bd3f-0c7660fdb900" providerId="ADAL" clId="{001AC1CD-D0A6-504B-B3C8-0BDC0EF312A5}" dt="2025-11-20T02:35:57.639" v="756" actId="26606"/>
          <ac:cxnSpMkLst>
            <pc:docMk/>
            <pc:sldMk cId="720818139" sldId="269"/>
            <ac:cxnSpMk id="11" creationId="{E62D3963-2153-4637-96E6-E31BD2CE5D0D}"/>
          </ac:cxnSpMkLst>
        </pc:cxnChg>
        <pc:cxnChg chg="add del">
          <ac:chgData name="Sanjeewa Kumara Narayana Narayana Mudiyanselage" userId="96a6db12-3713-4001-bd3f-0c7660fdb900" providerId="ADAL" clId="{001AC1CD-D0A6-504B-B3C8-0BDC0EF312A5}" dt="2025-11-20T02:36:01.703" v="758" actId="26606"/>
          <ac:cxnSpMkLst>
            <pc:docMk/>
            <pc:sldMk cId="720818139" sldId="269"/>
            <ac:cxnSpMk id="12" creationId="{B209265E-E0D7-493B-97CE-2263D50C3F0A}"/>
          </ac:cxnSpMkLst>
        </pc:cxnChg>
        <pc:cxnChg chg="add del">
          <ac:chgData name="Sanjeewa Kumara Narayana Narayana Mudiyanselage" userId="96a6db12-3713-4001-bd3f-0c7660fdb900" providerId="ADAL" clId="{001AC1CD-D0A6-504B-B3C8-0BDC0EF312A5}" dt="2025-11-20T02:36:13.100" v="764" actId="26606"/>
          <ac:cxnSpMkLst>
            <pc:docMk/>
            <pc:sldMk cId="720818139" sldId="269"/>
            <ac:cxnSpMk id="20" creationId="{05ADA91C-AD52-A530-A898-AD6E69874598}"/>
          </ac:cxnSpMkLst>
        </pc:cxnChg>
        <pc:cxnChg chg="add del">
          <ac:chgData name="Sanjeewa Kumara Narayana Narayana Mudiyanselage" userId="96a6db12-3713-4001-bd3f-0c7660fdb900" providerId="ADAL" clId="{001AC1CD-D0A6-504B-B3C8-0BDC0EF312A5}" dt="2025-11-20T06:02:37.189" v="1149"/>
          <ac:cxnSpMkLst>
            <pc:docMk/>
            <pc:sldMk cId="720818139" sldId="269"/>
            <ac:cxnSpMk id="24" creationId="{B68AF875-C18B-4B48-AE4C-A63FD3CEFB11}"/>
          </ac:cxnSpMkLst>
        </pc:cxnChg>
        <pc:cxnChg chg="add del">
          <ac:chgData name="Sanjeewa Kumara Narayana Narayana Mudiyanselage" userId="96a6db12-3713-4001-bd3f-0c7660fdb900" providerId="ADAL" clId="{001AC1CD-D0A6-504B-B3C8-0BDC0EF312A5}" dt="2025-11-20T02:42:57.474" v="779" actId="26606"/>
          <ac:cxnSpMkLst>
            <pc:docMk/>
            <pc:sldMk cId="720818139" sldId="269"/>
            <ac:cxnSpMk id="32" creationId="{E62D3963-2153-4637-96E6-E31BD2CE5D0D}"/>
          </ac:cxnSpMkLst>
        </pc:cxnChg>
      </pc:sldChg>
      <pc:sldChg chg="addSp delSp modSp new del mod setBg">
        <pc:chgData name="Sanjeewa Kumara Narayana Narayana Mudiyanselage" userId="96a6db12-3713-4001-bd3f-0c7660fdb900" providerId="ADAL" clId="{001AC1CD-D0A6-504B-B3C8-0BDC0EF312A5}" dt="2025-11-20T03:08:34.189" v="846" actId="2696"/>
        <pc:sldMkLst>
          <pc:docMk/>
          <pc:sldMk cId="1333524593" sldId="270"/>
        </pc:sldMkLst>
        <pc:spChg chg="del">
          <ac:chgData name="Sanjeewa Kumara Narayana Narayana Mudiyanselage" userId="96a6db12-3713-4001-bd3f-0c7660fdb900" providerId="ADAL" clId="{001AC1CD-D0A6-504B-B3C8-0BDC0EF312A5}" dt="2025-11-20T02:59:36.464" v="791" actId="478"/>
          <ac:spMkLst>
            <pc:docMk/>
            <pc:sldMk cId="1333524593" sldId="270"/>
            <ac:spMk id="2" creationId="{6DF30DF0-0AB0-9BE1-2183-9A2A767B49CD}"/>
          </ac:spMkLst>
        </pc:spChg>
        <pc:spChg chg="del">
          <ac:chgData name="Sanjeewa Kumara Narayana Narayana Mudiyanselage" userId="96a6db12-3713-4001-bd3f-0c7660fdb900" providerId="ADAL" clId="{001AC1CD-D0A6-504B-B3C8-0BDC0EF312A5}" dt="2025-11-20T02:58:45.924" v="786"/>
          <ac:spMkLst>
            <pc:docMk/>
            <pc:sldMk cId="1333524593" sldId="270"/>
            <ac:spMk id="3" creationId="{AD861EF8-2836-CD38-564D-DAA0818F9843}"/>
          </ac:spMkLst>
        </pc:spChg>
        <pc:spChg chg="add del">
          <ac:chgData name="Sanjeewa Kumara Narayana Narayana Mudiyanselage" userId="96a6db12-3713-4001-bd3f-0c7660fdb900" providerId="ADAL" clId="{001AC1CD-D0A6-504B-B3C8-0BDC0EF312A5}" dt="2025-11-20T02:59:55.018" v="793" actId="26606"/>
          <ac:spMkLst>
            <pc:docMk/>
            <pc:sldMk cId="1333524593" sldId="270"/>
            <ac:spMk id="9" creationId="{003849D4-91B9-ABA8-BBC1-4DE7B72FD124}"/>
          </ac:spMkLst>
        </pc:spChg>
        <pc:spChg chg="add del">
          <ac:chgData name="Sanjeewa Kumara Narayana Narayana Mudiyanselage" userId="96a6db12-3713-4001-bd3f-0c7660fdb900" providerId="ADAL" clId="{001AC1CD-D0A6-504B-B3C8-0BDC0EF312A5}" dt="2025-11-20T02:59:55.018" v="793" actId="26606"/>
          <ac:spMkLst>
            <pc:docMk/>
            <pc:sldMk cId="1333524593" sldId="270"/>
            <ac:spMk id="12" creationId="{744CAA32-F237-419C-A2DD-43C28D920D3C}"/>
          </ac:spMkLst>
        </pc:spChg>
        <pc:spChg chg="add del">
          <ac:chgData name="Sanjeewa Kumara Narayana Narayana Mudiyanselage" userId="96a6db12-3713-4001-bd3f-0c7660fdb900" providerId="ADAL" clId="{001AC1CD-D0A6-504B-B3C8-0BDC0EF312A5}" dt="2025-11-20T03:00:00.287" v="795" actId="26606"/>
          <ac:spMkLst>
            <pc:docMk/>
            <pc:sldMk cId="1333524593" sldId="270"/>
            <ac:spMk id="16" creationId="{744CAA32-F237-419C-A2DD-43C28D920D3C}"/>
          </ac:spMkLst>
        </pc:spChg>
        <pc:spChg chg="add del">
          <ac:chgData name="Sanjeewa Kumara Narayana Narayana Mudiyanselage" userId="96a6db12-3713-4001-bd3f-0c7660fdb900" providerId="ADAL" clId="{001AC1CD-D0A6-504B-B3C8-0BDC0EF312A5}" dt="2025-11-20T03:00:00.287" v="795" actId="26606"/>
          <ac:spMkLst>
            <pc:docMk/>
            <pc:sldMk cId="1333524593" sldId="270"/>
            <ac:spMk id="17" creationId="{E45A5F32-26EE-8B9F-D1DA-93AA56E6EF52}"/>
          </ac:spMkLst>
        </pc:spChg>
        <pc:spChg chg="add">
          <ac:chgData name="Sanjeewa Kumara Narayana Narayana Mudiyanselage" userId="96a6db12-3713-4001-bd3f-0c7660fdb900" providerId="ADAL" clId="{001AC1CD-D0A6-504B-B3C8-0BDC0EF312A5}" dt="2025-11-20T03:00:00.314" v="796" actId="26606"/>
          <ac:spMkLst>
            <pc:docMk/>
            <pc:sldMk cId="1333524593" sldId="270"/>
            <ac:spMk id="20" creationId="{19F9BF86-FE94-4517-B97D-026C7515E589}"/>
          </ac:spMkLst>
        </pc:spChg>
        <pc:picChg chg="add mod">
          <ac:chgData name="Sanjeewa Kumara Narayana Narayana Mudiyanselage" userId="96a6db12-3713-4001-bd3f-0c7660fdb900" providerId="ADAL" clId="{001AC1CD-D0A6-504B-B3C8-0BDC0EF312A5}" dt="2025-11-20T03:00:00.314" v="796" actId="26606"/>
          <ac:picMkLst>
            <pc:docMk/>
            <pc:sldMk cId="1333524593" sldId="270"/>
            <ac:picMk id="5" creationId="{B0E5D5F5-EE9C-4E15-C076-8C98B988FE50}"/>
          </ac:picMkLst>
        </pc:picChg>
        <pc:cxnChg chg="add">
          <ac:chgData name="Sanjeewa Kumara Narayana Narayana Mudiyanselage" userId="96a6db12-3713-4001-bd3f-0c7660fdb900" providerId="ADAL" clId="{001AC1CD-D0A6-504B-B3C8-0BDC0EF312A5}" dt="2025-11-20T03:00:00.314" v="796" actId="26606"/>
          <ac:cxnSpMkLst>
            <pc:docMk/>
            <pc:sldMk cId="1333524593" sldId="270"/>
            <ac:cxnSpMk id="10" creationId="{118E06E4-607B-144B-382B-AD3D06B1EE8C}"/>
          </ac:cxnSpMkLst>
        </pc:cxnChg>
        <pc:cxnChg chg="add del">
          <ac:chgData name="Sanjeewa Kumara Narayana Narayana Mudiyanselage" userId="96a6db12-3713-4001-bd3f-0c7660fdb900" providerId="ADAL" clId="{001AC1CD-D0A6-504B-B3C8-0BDC0EF312A5}" dt="2025-11-20T02:59:55.018" v="793" actId="26606"/>
          <ac:cxnSpMkLst>
            <pc:docMk/>
            <pc:sldMk cId="1333524593" sldId="270"/>
            <ac:cxnSpMk id="14" creationId="{02C7985C-B0C3-CC50-E86A-B5EBA40E01DF}"/>
          </ac:cxnSpMkLst>
        </pc:cxnChg>
        <pc:cxnChg chg="add del">
          <ac:chgData name="Sanjeewa Kumara Narayana Narayana Mudiyanselage" userId="96a6db12-3713-4001-bd3f-0c7660fdb900" providerId="ADAL" clId="{001AC1CD-D0A6-504B-B3C8-0BDC0EF312A5}" dt="2025-11-20T03:00:00.287" v="795" actId="26606"/>
          <ac:cxnSpMkLst>
            <pc:docMk/>
            <pc:sldMk cId="1333524593" sldId="270"/>
            <ac:cxnSpMk id="18" creationId="{92025DBA-8780-9CA0-2826-FF6E3BD1A0C9}"/>
          </ac:cxnSpMkLst>
        </pc:cxnChg>
        <pc:cxnChg chg="add">
          <ac:chgData name="Sanjeewa Kumara Narayana Narayana Mudiyanselage" userId="96a6db12-3713-4001-bd3f-0c7660fdb900" providerId="ADAL" clId="{001AC1CD-D0A6-504B-B3C8-0BDC0EF312A5}" dt="2025-11-20T03:00:00.314" v="796" actId="26606"/>
          <ac:cxnSpMkLst>
            <pc:docMk/>
            <pc:sldMk cId="1333524593" sldId="270"/>
            <ac:cxnSpMk id="21" creationId="{426B4E86-32C4-273A-1ADF-6B44243549D7}"/>
          </ac:cxnSpMkLst>
        </pc:cxnChg>
      </pc:sldChg>
      <pc:sldChg chg="addSp delSp modSp new del mod setBg">
        <pc:chgData name="Sanjeewa Kumara Narayana Narayana Mudiyanselage" userId="96a6db12-3713-4001-bd3f-0c7660fdb900" providerId="ADAL" clId="{001AC1CD-D0A6-504B-B3C8-0BDC0EF312A5}" dt="2025-11-20T02:39:52.191" v="777" actId="2696"/>
        <pc:sldMkLst>
          <pc:docMk/>
          <pc:sldMk cId="2587844260" sldId="270"/>
        </pc:sldMkLst>
        <pc:spChg chg="add del">
          <ac:chgData name="Sanjeewa Kumara Narayana Narayana Mudiyanselage" userId="96a6db12-3713-4001-bd3f-0c7660fdb900" providerId="ADAL" clId="{001AC1CD-D0A6-504B-B3C8-0BDC0EF312A5}" dt="2025-11-20T02:39:38.243" v="771" actId="26606"/>
          <ac:spMkLst>
            <pc:docMk/>
            <pc:sldMk cId="2587844260" sldId="270"/>
            <ac:spMk id="8" creationId="{ABA4FDDF-F59C-428B-8603-3A86D75931AB}"/>
          </ac:spMkLst>
        </pc:spChg>
        <pc:spChg chg="add del">
          <ac:chgData name="Sanjeewa Kumara Narayana Narayana Mudiyanselage" userId="96a6db12-3713-4001-bd3f-0c7660fdb900" providerId="ADAL" clId="{001AC1CD-D0A6-504B-B3C8-0BDC0EF312A5}" dt="2025-11-20T02:39:39.782" v="773" actId="26606"/>
          <ac:spMkLst>
            <pc:docMk/>
            <pc:sldMk cId="2587844260" sldId="270"/>
            <ac:spMk id="11" creationId="{ABA4FDDF-F59C-428B-8603-3A86D75931AB}"/>
          </ac:spMkLst>
        </pc:spChg>
        <pc:spChg chg="add del">
          <ac:chgData name="Sanjeewa Kumara Narayana Narayana Mudiyanselage" userId="96a6db12-3713-4001-bd3f-0c7660fdb900" providerId="ADAL" clId="{001AC1CD-D0A6-504B-B3C8-0BDC0EF312A5}" dt="2025-11-20T02:39:42.194" v="775" actId="26606"/>
          <ac:spMkLst>
            <pc:docMk/>
            <pc:sldMk cId="2587844260" sldId="270"/>
            <ac:spMk id="13" creationId="{ABA4FDDF-F59C-428B-8603-3A86D75931AB}"/>
          </ac:spMkLst>
        </pc:spChg>
        <pc:spChg chg="add del">
          <ac:chgData name="Sanjeewa Kumara Narayana Narayana Mudiyanselage" userId="96a6db12-3713-4001-bd3f-0c7660fdb900" providerId="ADAL" clId="{001AC1CD-D0A6-504B-B3C8-0BDC0EF312A5}" dt="2025-11-20T02:39:42.194" v="775" actId="26606"/>
          <ac:spMkLst>
            <pc:docMk/>
            <pc:sldMk cId="2587844260" sldId="270"/>
            <ac:spMk id="14" creationId="{3701323A-3BD4-99D2-F90B-51E5AB342D48}"/>
          </ac:spMkLst>
        </pc:spChg>
        <pc:spChg chg="add">
          <ac:chgData name="Sanjeewa Kumara Narayana Narayana Mudiyanselage" userId="96a6db12-3713-4001-bd3f-0c7660fdb900" providerId="ADAL" clId="{001AC1CD-D0A6-504B-B3C8-0BDC0EF312A5}" dt="2025-11-20T02:39:42.198" v="776" actId="26606"/>
          <ac:spMkLst>
            <pc:docMk/>
            <pc:sldMk cId="2587844260" sldId="270"/>
            <ac:spMk id="16" creationId="{ABA4FDDF-F59C-428B-8603-3A86D75931AB}"/>
          </ac:spMkLst>
        </pc:spChg>
        <pc:picChg chg="add mod">
          <ac:chgData name="Sanjeewa Kumara Narayana Narayana Mudiyanselage" userId="96a6db12-3713-4001-bd3f-0c7660fdb900" providerId="ADAL" clId="{001AC1CD-D0A6-504B-B3C8-0BDC0EF312A5}" dt="2025-11-20T02:39:42.198" v="776" actId="26606"/>
          <ac:picMkLst>
            <pc:docMk/>
            <pc:sldMk cId="2587844260" sldId="270"/>
            <ac:picMk id="3" creationId="{F06F4B31-1585-BB4C-1827-B312485F595B}"/>
          </ac:picMkLst>
        </pc:picChg>
        <pc:cxnChg chg="add del">
          <ac:chgData name="Sanjeewa Kumara Narayana Narayana Mudiyanselage" userId="96a6db12-3713-4001-bd3f-0c7660fdb900" providerId="ADAL" clId="{001AC1CD-D0A6-504B-B3C8-0BDC0EF312A5}" dt="2025-11-20T02:39:39.782" v="773" actId="26606"/>
          <ac:cxnSpMkLst>
            <pc:docMk/>
            <pc:sldMk cId="2587844260" sldId="270"/>
            <ac:cxnSpMk id="10" creationId="{3EAD13EF-74FA-4D38-8F15-B51F09C96B35}"/>
          </ac:cxnSpMkLst>
        </pc:cxnChg>
        <pc:cxnChg chg="add del">
          <ac:chgData name="Sanjeewa Kumara Narayana Narayana Mudiyanselage" userId="96a6db12-3713-4001-bd3f-0c7660fdb900" providerId="ADAL" clId="{001AC1CD-D0A6-504B-B3C8-0BDC0EF312A5}" dt="2025-11-20T02:39:42.194" v="775" actId="26606"/>
          <ac:cxnSpMkLst>
            <pc:docMk/>
            <pc:sldMk cId="2587844260" sldId="270"/>
            <ac:cxnSpMk id="12" creationId="{9AE2764D-E1C7-4C0E-A5A4-12411550ABAD}"/>
          </ac:cxnSpMkLst>
        </pc:cxnChg>
        <pc:cxnChg chg="add">
          <ac:chgData name="Sanjeewa Kumara Narayana Narayana Mudiyanselage" userId="96a6db12-3713-4001-bd3f-0c7660fdb900" providerId="ADAL" clId="{001AC1CD-D0A6-504B-B3C8-0BDC0EF312A5}" dt="2025-11-20T02:39:42.198" v="776" actId="26606"/>
          <ac:cxnSpMkLst>
            <pc:docMk/>
            <pc:sldMk cId="2587844260" sldId="270"/>
            <ac:cxnSpMk id="17" creationId="{9AE2764D-E1C7-4C0E-A5A4-12411550ABAD}"/>
          </ac:cxnSpMkLst>
        </pc:cxnChg>
      </pc:sldChg>
      <pc:sldChg chg="addSp delSp modSp new mod setBg delDesignElem">
        <pc:chgData name="Sanjeewa Kumara Narayana Narayana Mudiyanselage" userId="96a6db12-3713-4001-bd3f-0c7660fdb900" providerId="ADAL" clId="{001AC1CD-D0A6-504B-B3C8-0BDC0EF312A5}" dt="2025-11-20T06:02:37.189" v="1149"/>
        <pc:sldMkLst>
          <pc:docMk/>
          <pc:sldMk cId="2649461126" sldId="271"/>
        </pc:sldMkLst>
        <pc:spChg chg="mod">
          <ac:chgData name="Sanjeewa Kumara Narayana Narayana Mudiyanselage" userId="96a6db12-3713-4001-bd3f-0c7660fdb900" providerId="ADAL" clId="{001AC1CD-D0A6-504B-B3C8-0BDC0EF312A5}" dt="2025-11-20T03:07:22.658" v="845" actId="14100"/>
          <ac:spMkLst>
            <pc:docMk/>
            <pc:sldMk cId="2649461126" sldId="271"/>
            <ac:spMk id="2" creationId="{43B43331-166B-4D9B-2C49-E5EBDECB5E47}"/>
          </ac:spMkLst>
        </pc:spChg>
        <pc:spChg chg="mod">
          <ac:chgData name="Sanjeewa Kumara Narayana Narayana Mudiyanselage" userId="96a6db12-3713-4001-bd3f-0c7660fdb900" providerId="ADAL" clId="{001AC1CD-D0A6-504B-B3C8-0BDC0EF312A5}" dt="2025-11-20T06:02:37.189" v="1149"/>
          <ac:spMkLst>
            <pc:docMk/>
            <pc:sldMk cId="2649461126" sldId="271"/>
            <ac:spMk id="3" creationId="{F550CE34-26DC-6DC7-FB62-B790C5CC1ADF}"/>
          </ac:spMkLst>
        </pc:spChg>
        <pc:spChg chg="add mod">
          <ac:chgData name="Sanjeewa Kumara Narayana Narayana Mudiyanselage" userId="96a6db12-3713-4001-bd3f-0c7660fdb900" providerId="ADAL" clId="{001AC1CD-D0A6-504B-B3C8-0BDC0EF312A5}" dt="2025-11-20T03:06:04.825" v="832" actId="1076"/>
          <ac:spMkLst>
            <pc:docMk/>
            <pc:sldMk cId="2649461126" sldId="271"/>
            <ac:spMk id="6" creationId="{170625D8-9DB9-8B84-8A69-219BD72CE82C}"/>
          </ac:spMkLst>
        </pc:spChg>
        <pc:spChg chg="add del">
          <ac:chgData name="Sanjeewa Kumara Narayana Narayana Mudiyanselage" userId="96a6db12-3713-4001-bd3f-0c7660fdb900" providerId="ADAL" clId="{001AC1CD-D0A6-504B-B3C8-0BDC0EF312A5}" dt="2025-11-20T06:02:37.189" v="1149"/>
          <ac:spMkLst>
            <pc:docMk/>
            <pc:sldMk cId="2649461126" sldId="271"/>
            <ac:spMk id="10" creationId="{744CAA32-F237-419C-A2DD-43C28D920D3C}"/>
          </ac:spMkLst>
        </pc:spChg>
        <pc:picChg chg="add mod">
          <ac:chgData name="Sanjeewa Kumara Narayana Narayana Mudiyanselage" userId="96a6db12-3713-4001-bd3f-0c7660fdb900" providerId="ADAL" clId="{001AC1CD-D0A6-504B-B3C8-0BDC0EF312A5}" dt="2025-11-20T03:09:54.187" v="850" actId="14100"/>
          <ac:picMkLst>
            <pc:docMk/>
            <pc:sldMk cId="2649461126" sldId="271"/>
            <ac:picMk id="5" creationId="{B66F14F8-A7C4-608E-621D-D04D79FFB15C}"/>
          </ac:picMkLst>
        </pc:picChg>
        <pc:cxnChg chg="add del">
          <ac:chgData name="Sanjeewa Kumara Narayana Narayana Mudiyanselage" userId="96a6db12-3713-4001-bd3f-0c7660fdb900" providerId="ADAL" clId="{001AC1CD-D0A6-504B-B3C8-0BDC0EF312A5}" dt="2025-11-20T06:02:37.189" v="1149"/>
          <ac:cxnSpMkLst>
            <pc:docMk/>
            <pc:sldMk cId="2649461126" sldId="271"/>
            <ac:cxnSpMk id="12" creationId="{753FE100-D0AB-4AE2-824B-60CFA31EC6A2}"/>
          </ac:cxnSpMkLst>
        </pc:cxnChg>
      </pc:sldChg>
      <pc:sldChg chg="addSp delSp modSp new mod setBg delDesignElem">
        <pc:chgData name="Sanjeewa Kumara Narayana Narayana Mudiyanselage" userId="96a6db12-3713-4001-bd3f-0c7660fdb900" providerId="ADAL" clId="{001AC1CD-D0A6-504B-B3C8-0BDC0EF312A5}" dt="2025-11-20T06:02:37.189" v="1149"/>
        <pc:sldMkLst>
          <pc:docMk/>
          <pc:sldMk cId="3466457278" sldId="272"/>
        </pc:sldMkLst>
        <pc:spChg chg="mod">
          <ac:chgData name="Sanjeewa Kumara Narayana Narayana Mudiyanselage" userId="96a6db12-3713-4001-bd3f-0c7660fdb900" providerId="ADAL" clId="{001AC1CD-D0A6-504B-B3C8-0BDC0EF312A5}" dt="2025-11-20T04:36:50.600" v="895" actId="255"/>
          <ac:spMkLst>
            <pc:docMk/>
            <pc:sldMk cId="3466457278" sldId="272"/>
            <ac:spMk id="2" creationId="{A5B16557-FA4F-4C5C-CA3F-ECCDAAE9D6C8}"/>
          </ac:spMkLst>
        </pc:spChg>
        <pc:spChg chg="mod">
          <ac:chgData name="Sanjeewa Kumara Narayana Narayana Mudiyanselage" userId="96a6db12-3713-4001-bd3f-0c7660fdb900" providerId="ADAL" clId="{001AC1CD-D0A6-504B-B3C8-0BDC0EF312A5}" dt="2025-11-20T04:37:25.609" v="900" actId="255"/>
          <ac:spMkLst>
            <pc:docMk/>
            <pc:sldMk cId="3466457278" sldId="272"/>
            <ac:spMk id="3" creationId="{A74ACA3F-3F6E-C159-6724-8E8139E70BBE}"/>
          </ac:spMkLst>
        </pc:spChg>
        <pc:spChg chg="add del">
          <ac:chgData name="Sanjeewa Kumara Narayana Narayana Mudiyanselage" userId="96a6db12-3713-4001-bd3f-0c7660fdb900" providerId="ADAL" clId="{001AC1CD-D0A6-504B-B3C8-0BDC0EF312A5}" dt="2025-11-20T06:02:37.189" v="1149"/>
          <ac:spMkLst>
            <pc:docMk/>
            <pc:sldMk cId="3466457278" sldId="272"/>
            <ac:spMk id="10" creationId="{744CAA32-F237-419C-A2DD-43C28D920D3C}"/>
          </ac:spMkLst>
        </pc:spChg>
        <pc:picChg chg="add">
          <ac:chgData name="Sanjeewa Kumara Narayana Narayana Mudiyanselage" userId="96a6db12-3713-4001-bd3f-0c7660fdb900" providerId="ADAL" clId="{001AC1CD-D0A6-504B-B3C8-0BDC0EF312A5}" dt="2025-11-20T04:36:35.670" v="894" actId="26606"/>
          <ac:picMkLst>
            <pc:docMk/>
            <pc:sldMk cId="3466457278" sldId="272"/>
            <ac:picMk id="7" creationId="{20F1F016-0B2B-D8A4-9334-0F1E521FA76C}"/>
          </ac:picMkLst>
        </pc:picChg>
        <pc:cxnChg chg="add del">
          <ac:chgData name="Sanjeewa Kumara Narayana Narayana Mudiyanselage" userId="96a6db12-3713-4001-bd3f-0c7660fdb900" providerId="ADAL" clId="{001AC1CD-D0A6-504B-B3C8-0BDC0EF312A5}" dt="2025-11-20T06:02:37.189" v="1149"/>
          <ac:cxnSpMkLst>
            <pc:docMk/>
            <pc:sldMk cId="3466457278" sldId="272"/>
            <ac:cxnSpMk id="12" creationId="{753FE100-D0AB-4AE2-824B-60CFA31EC6A2}"/>
          </ac:cxnSpMkLst>
        </pc:cxnChg>
      </pc:sldChg>
      <pc:sldChg chg="addSp delSp modSp new mod setBg delDesignElem">
        <pc:chgData name="Sanjeewa Kumara Narayana Narayana Mudiyanselage" userId="96a6db12-3713-4001-bd3f-0c7660fdb900" providerId="ADAL" clId="{001AC1CD-D0A6-504B-B3C8-0BDC0EF312A5}" dt="2025-11-20T06:02:37.189" v="1149"/>
        <pc:sldMkLst>
          <pc:docMk/>
          <pc:sldMk cId="3440145158" sldId="273"/>
        </pc:sldMkLst>
        <pc:spChg chg="mod">
          <ac:chgData name="Sanjeewa Kumara Narayana Narayana Mudiyanselage" userId="96a6db12-3713-4001-bd3f-0c7660fdb900" providerId="ADAL" clId="{001AC1CD-D0A6-504B-B3C8-0BDC0EF312A5}" dt="2025-11-20T04:38:37.051" v="908" actId="255"/>
          <ac:spMkLst>
            <pc:docMk/>
            <pc:sldMk cId="3440145158" sldId="273"/>
            <ac:spMk id="2" creationId="{7D629148-D970-9514-730D-C4DD39CF146D}"/>
          </ac:spMkLst>
        </pc:spChg>
        <pc:spChg chg="mod">
          <ac:chgData name="Sanjeewa Kumara Narayana Narayana Mudiyanselage" userId="96a6db12-3713-4001-bd3f-0c7660fdb900" providerId="ADAL" clId="{001AC1CD-D0A6-504B-B3C8-0BDC0EF312A5}" dt="2025-11-20T04:39:25.634" v="915" actId="255"/>
          <ac:spMkLst>
            <pc:docMk/>
            <pc:sldMk cId="3440145158" sldId="273"/>
            <ac:spMk id="3" creationId="{71F98A40-880D-B69C-E9A0-447DBAECFF7D}"/>
          </ac:spMkLst>
        </pc:spChg>
        <pc:spChg chg="add del">
          <ac:chgData name="Sanjeewa Kumara Narayana Narayana Mudiyanselage" userId="96a6db12-3713-4001-bd3f-0c7660fdb900" providerId="ADAL" clId="{001AC1CD-D0A6-504B-B3C8-0BDC0EF312A5}" dt="2025-11-20T06:02:37.189" v="1149"/>
          <ac:spMkLst>
            <pc:docMk/>
            <pc:sldMk cId="3440145158" sldId="273"/>
            <ac:spMk id="9" creationId="{744CAA32-F237-419C-A2DD-43C28D920D3C}"/>
          </ac:spMkLst>
        </pc:spChg>
        <pc:picChg chg="add">
          <ac:chgData name="Sanjeewa Kumara Narayana Narayana Mudiyanselage" userId="96a6db12-3713-4001-bd3f-0c7660fdb900" providerId="ADAL" clId="{001AC1CD-D0A6-504B-B3C8-0BDC0EF312A5}" dt="2025-11-20T04:38:24.466" v="907" actId="26606"/>
          <ac:picMkLst>
            <pc:docMk/>
            <pc:sldMk cId="3440145158" sldId="273"/>
            <ac:picMk id="5" creationId="{A47BDA07-ADA0-B02D-A417-7A0BA697E28B}"/>
          </ac:picMkLst>
        </pc:picChg>
        <pc:cxnChg chg="add del">
          <ac:chgData name="Sanjeewa Kumara Narayana Narayana Mudiyanselage" userId="96a6db12-3713-4001-bd3f-0c7660fdb900" providerId="ADAL" clId="{001AC1CD-D0A6-504B-B3C8-0BDC0EF312A5}" dt="2025-11-20T06:02:37.189" v="1149"/>
          <ac:cxnSpMkLst>
            <pc:docMk/>
            <pc:sldMk cId="3440145158" sldId="273"/>
            <ac:cxnSpMk id="11" creationId="{753FE100-D0AB-4AE2-824B-60CFA31EC6A2}"/>
          </ac:cxnSpMkLst>
        </pc:cxnChg>
      </pc:sldChg>
      <pc:sldChg chg="addSp delSp modSp new mod setBg delDesignElem">
        <pc:chgData name="Sanjeewa Kumara Narayana Narayana Mudiyanselage" userId="96a6db12-3713-4001-bd3f-0c7660fdb900" providerId="ADAL" clId="{001AC1CD-D0A6-504B-B3C8-0BDC0EF312A5}" dt="2025-11-20T06:02:37.189" v="1149"/>
        <pc:sldMkLst>
          <pc:docMk/>
          <pc:sldMk cId="2341834273" sldId="274"/>
        </pc:sldMkLst>
        <pc:spChg chg="mod">
          <ac:chgData name="Sanjeewa Kumara Narayana Narayana Mudiyanselage" userId="96a6db12-3713-4001-bd3f-0c7660fdb900" providerId="ADAL" clId="{001AC1CD-D0A6-504B-B3C8-0BDC0EF312A5}" dt="2025-11-20T04:51:06.455" v="958" actId="1076"/>
          <ac:spMkLst>
            <pc:docMk/>
            <pc:sldMk cId="2341834273" sldId="274"/>
            <ac:spMk id="2" creationId="{504D14CC-3269-A15A-2FE8-95D8B533ED18}"/>
          </ac:spMkLst>
        </pc:spChg>
        <pc:spChg chg="mod ord">
          <ac:chgData name="Sanjeewa Kumara Narayana Narayana Mudiyanselage" userId="96a6db12-3713-4001-bd3f-0c7660fdb900" providerId="ADAL" clId="{001AC1CD-D0A6-504B-B3C8-0BDC0EF312A5}" dt="2025-11-20T06:02:37.189" v="1149"/>
          <ac:spMkLst>
            <pc:docMk/>
            <pc:sldMk cId="2341834273" sldId="274"/>
            <ac:spMk id="3" creationId="{92691ED4-555D-FCD4-8B55-C80C323497E9}"/>
          </ac:spMkLst>
        </pc:spChg>
        <pc:spChg chg="add del">
          <ac:chgData name="Sanjeewa Kumara Narayana Narayana Mudiyanselage" userId="96a6db12-3713-4001-bd3f-0c7660fdb900" providerId="ADAL" clId="{001AC1CD-D0A6-504B-B3C8-0BDC0EF312A5}" dt="2025-11-20T04:48:27.451" v="929" actId="26606"/>
          <ac:spMkLst>
            <pc:docMk/>
            <pc:sldMk cId="2341834273" sldId="274"/>
            <ac:spMk id="10" creationId="{DBDA151C-5770-45E4-AAFF-59E7F403866D}"/>
          </ac:spMkLst>
        </pc:spChg>
        <pc:spChg chg="add del">
          <ac:chgData name="Sanjeewa Kumara Narayana Narayana Mudiyanselage" userId="96a6db12-3713-4001-bd3f-0c7660fdb900" providerId="ADAL" clId="{001AC1CD-D0A6-504B-B3C8-0BDC0EF312A5}" dt="2025-11-20T04:48:42.651" v="931" actId="26606"/>
          <ac:spMkLst>
            <pc:docMk/>
            <pc:sldMk cId="2341834273" sldId="274"/>
            <ac:spMk id="14" creationId="{744CAA32-F237-419C-A2DD-43C28D920D3C}"/>
          </ac:spMkLst>
        </pc:spChg>
        <pc:spChg chg="add del">
          <ac:chgData name="Sanjeewa Kumara Narayana Narayana Mudiyanselage" userId="96a6db12-3713-4001-bd3f-0c7660fdb900" providerId="ADAL" clId="{001AC1CD-D0A6-504B-B3C8-0BDC0EF312A5}" dt="2025-11-20T04:48:50.156" v="933" actId="26606"/>
          <ac:spMkLst>
            <pc:docMk/>
            <pc:sldMk cId="2341834273" sldId="274"/>
            <ac:spMk id="17" creationId="{DBDA151C-5770-45E4-AAFF-59E7F403866D}"/>
          </ac:spMkLst>
        </pc:spChg>
        <pc:spChg chg="add del">
          <ac:chgData name="Sanjeewa Kumara Narayana Narayana Mudiyanselage" userId="96a6db12-3713-4001-bd3f-0c7660fdb900" providerId="ADAL" clId="{001AC1CD-D0A6-504B-B3C8-0BDC0EF312A5}" dt="2025-11-20T06:02:37.189" v="1149"/>
          <ac:spMkLst>
            <pc:docMk/>
            <pc:sldMk cId="2341834273" sldId="274"/>
            <ac:spMk id="20" creationId="{DBDA151C-5770-45E4-AAFF-59E7F403866D}"/>
          </ac:spMkLst>
        </pc:spChg>
        <pc:picChg chg="add mod">
          <ac:chgData name="Sanjeewa Kumara Narayana Narayana Mudiyanselage" userId="96a6db12-3713-4001-bd3f-0c7660fdb900" providerId="ADAL" clId="{001AC1CD-D0A6-504B-B3C8-0BDC0EF312A5}" dt="2025-11-20T04:49:12.139" v="936" actId="14100"/>
          <ac:picMkLst>
            <pc:docMk/>
            <pc:sldMk cId="2341834273" sldId="274"/>
            <ac:picMk id="5" creationId="{A304C904-138A-1B60-E1D6-8DBB71F9FC88}"/>
          </ac:picMkLst>
        </pc:picChg>
        <pc:cxnChg chg="add del">
          <ac:chgData name="Sanjeewa Kumara Narayana Narayana Mudiyanselage" userId="96a6db12-3713-4001-bd3f-0c7660fdb900" providerId="ADAL" clId="{001AC1CD-D0A6-504B-B3C8-0BDC0EF312A5}" dt="2025-11-20T04:48:27.451" v="929" actId="26606"/>
          <ac:cxnSpMkLst>
            <pc:docMk/>
            <pc:sldMk cId="2341834273" sldId="274"/>
            <ac:cxnSpMk id="12" creationId="{B209265E-E0D7-493B-97CE-2263D50C3F0A}"/>
          </ac:cxnSpMkLst>
        </pc:cxnChg>
        <pc:cxnChg chg="add del">
          <ac:chgData name="Sanjeewa Kumara Narayana Narayana Mudiyanselage" userId="96a6db12-3713-4001-bd3f-0c7660fdb900" providerId="ADAL" clId="{001AC1CD-D0A6-504B-B3C8-0BDC0EF312A5}" dt="2025-11-20T04:48:42.651" v="931" actId="26606"/>
          <ac:cxnSpMkLst>
            <pc:docMk/>
            <pc:sldMk cId="2341834273" sldId="274"/>
            <ac:cxnSpMk id="15" creationId="{08052531-D50B-3899-B150-D05525F4F2BC}"/>
          </ac:cxnSpMkLst>
        </pc:cxnChg>
        <pc:cxnChg chg="add del">
          <ac:chgData name="Sanjeewa Kumara Narayana Narayana Mudiyanselage" userId="96a6db12-3713-4001-bd3f-0c7660fdb900" providerId="ADAL" clId="{001AC1CD-D0A6-504B-B3C8-0BDC0EF312A5}" dt="2025-11-20T04:48:50.156" v="933" actId="26606"/>
          <ac:cxnSpMkLst>
            <pc:docMk/>
            <pc:sldMk cId="2341834273" sldId="274"/>
            <ac:cxnSpMk id="18" creationId="{2EA0F4A6-3CC9-C9E2-BA02-58FA29F7DD8E}"/>
          </ac:cxnSpMkLst>
        </pc:cxnChg>
        <pc:cxnChg chg="add del">
          <ac:chgData name="Sanjeewa Kumara Narayana Narayana Mudiyanselage" userId="96a6db12-3713-4001-bd3f-0c7660fdb900" providerId="ADAL" clId="{001AC1CD-D0A6-504B-B3C8-0BDC0EF312A5}" dt="2025-11-20T06:02:37.189" v="1149"/>
          <ac:cxnSpMkLst>
            <pc:docMk/>
            <pc:sldMk cId="2341834273" sldId="274"/>
            <ac:cxnSpMk id="21" creationId="{39AA7464-1EB7-A869-C7D3-AA680BBA984A}"/>
          </ac:cxnSpMkLst>
        </pc:cxnChg>
      </pc:sldChg>
      <pc:sldChg chg="addSp delSp modSp new mod setBg delDesignElem">
        <pc:chgData name="Sanjeewa Kumara Narayana Narayana Mudiyanselage" userId="96a6db12-3713-4001-bd3f-0c7660fdb900" providerId="ADAL" clId="{001AC1CD-D0A6-504B-B3C8-0BDC0EF312A5}" dt="2025-11-20T06:02:37.189" v="1149"/>
        <pc:sldMkLst>
          <pc:docMk/>
          <pc:sldMk cId="2192142896" sldId="275"/>
        </pc:sldMkLst>
        <pc:spChg chg="mod">
          <ac:chgData name="Sanjeewa Kumara Narayana Narayana Mudiyanselage" userId="96a6db12-3713-4001-bd3f-0c7660fdb900" providerId="ADAL" clId="{001AC1CD-D0A6-504B-B3C8-0BDC0EF312A5}" dt="2025-11-20T04:58:03.887" v="986" actId="1076"/>
          <ac:spMkLst>
            <pc:docMk/>
            <pc:sldMk cId="2192142896" sldId="275"/>
            <ac:spMk id="2" creationId="{1BC7A56F-63EB-33FF-AE82-C97361DEF005}"/>
          </ac:spMkLst>
        </pc:spChg>
        <pc:spChg chg="mod ord">
          <ac:chgData name="Sanjeewa Kumara Narayana Narayana Mudiyanselage" userId="96a6db12-3713-4001-bd3f-0c7660fdb900" providerId="ADAL" clId="{001AC1CD-D0A6-504B-B3C8-0BDC0EF312A5}" dt="2025-11-20T05:00:01.637" v="1000" actId="5793"/>
          <ac:spMkLst>
            <pc:docMk/>
            <pc:sldMk cId="2192142896" sldId="275"/>
            <ac:spMk id="3" creationId="{FF1263B5-7E98-A66B-A66E-51FBE46783E0}"/>
          </ac:spMkLst>
        </pc:spChg>
        <pc:spChg chg="add del">
          <ac:chgData name="Sanjeewa Kumara Narayana Narayana Mudiyanselage" userId="96a6db12-3713-4001-bd3f-0c7660fdb900" providerId="ADAL" clId="{001AC1CD-D0A6-504B-B3C8-0BDC0EF312A5}" dt="2025-11-20T04:57:40.103" v="980" actId="26606"/>
          <ac:spMkLst>
            <pc:docMk/>
            <pc:sldMk cId="2192142896" sldId="275"/>
            <ac:spMk id="10" creationId="{063F27BC-7079-4FF7-8F7C-ABC82FA3C247}"/>
          </ac:spMkLst>
        </pc:spChg>
        <pc:spChg chg="add del">
          <ac:chgData name="Sanjeewa Kumara Narayana Narayana Mudiyanselage" userId="96a6db12-3713-4001-bd3f-0c7660fdb900" providerId="ADAL" clId="{001AC1CD-D0A6-504B-B3C8-0BDC0EF312A5}" dt="2025-11-20T06:02:37.189" v="1149"/>
          <ac:spMkLst>
            <pc:docMk/>
            <pc:sldMk cId="2192142896" sldId="275"/>
            <ac:spMk id="14" creationId="{DBDA151C-5770-45E4-AAFF-59E7F403866D}"/>
          </ac:spMkLst>
        </pc:spChg>
        <pc:picChg chg="add mod">
          <ac:chgData name="Sanjeewa Kumara Narayana Narayana Mudiyanselage" userId="96a6db12-3713-4001-bd3f-0c7660fdb900" providerId="ADAL" clId="{001AC1CD-D0A6-504B-B3C8-0BDC0EF312A5}" dt="2025-11-20T04:57:58.300" v="985" actId="14100"/>
          <ac:picMkLst>
            <pc:docMk/>
            <pc:sldMk cId="2192142896" sldId="275"/>
            <ac:picMk id="5" creationId="{0D48BB87-689C-8174-4886-CFFF06E2453A}"/>
          </ac:picMkLst>
        </pc:picChg>
        <pc:cxnChg chg="add del">
          <ac:chgData name="Sanjeewa Kumara Narayana Narayana Mudiyanselage" userId="96a6db12-3713-4001-bd3f-0c7660fdb900" providerId="ADAL" clId="{001AC1CD-D0A6-504B-B3C8-0BDC0EF312A5}" dt="2025-11-20T04:57:40.103" v="980" actId="26606"/>
          <ac:cxnSpMkLst>
            <pc:docMk/>
            <pc:sldMk cId="2192142896" sldId="275"/>
            <ac:cxnSpMk id="12" creationId="{540DBD50-3CB1-A513-2321-1891E3F0954D}"/>
          </ac:cxnSpMkLst>
        </pc:cxnChg>
        <pc:cxnChg chg="add del">
          <ac:chgData name="Sanjeewa Kumara Narayana Narayana Mudiyanselage" userId="96a6db12-3713-4001-bd3f-0c7660fdb900" providerId="ADAL" clId="{001AC1CD-D0A6-504B-B3C8-0BDC0EF312A5}" dt="2025-11-20T06:02:37.189" v="1149"/>
          <ac:cxnSpMkLst>
            <pc:docMk/>
            <pc:sldMk cId="2192142896" sldId="275"/>
            <ac:cxnSpMk id="15" creationId="{3CB646F3-FFAB-11FA-9A88-F695FA818DFE}"/>
          </ac:cxnSpMkLst>
        </pc:cxnChg>
      </pc:sldChg>
      <pc:sldChg chg="addSp delSp modSp new mod setBg delDesignElem">
        <pc:chgData name="Sanjeewa Kumara Narayana Narayana Mudiyanselage" userId="96a6db12-3713-4001-bd3f-0c7660fdb900" providerId="ADAL" clId="{001AC1CD-D0A6-504B-B3C8-0BDC0EF312A5}" dt="2025-11-20T06:10:39.556" v="1223" actId="14100"/>
        <pc:sldMkLst>
          <pc:docMk/>
          <pc:sldMk cId="2677504907" sldId="276"/>
        </pc:sldMkLst>
        <pc:spChg chg="mod">
          <ac:chgData name="Sanjeewa Kumara Narayana Narayana Mudiyanselage" userId="96a6db12-3713-4001-bd3f-0c7660fdb900" providerId="ADAL" clId="{001AC1CD-D0A6-504B-B3C8-0BDC0EF312A5}" dt="2025-11-20T05:40:24.879" v="1080" actId="1076"/>
          <ac:spMkLst>
            <pc:docMk/>
            <pc:sldMk cId="2677504907" sldId="276"/>
            <ac:spMk id="2" creationId="{E5A26031-210E-54BB-81D0-2B8F58EAA8C7}"/>
          </ac:spMkLst>
        </pc:spChg>
        <pc:spChg chg="mod ord">
          <ac:chgData name="Sanjeewa Kumara Narayana Narayana Mudiyanselage" userId="96a6db12-3713-4001-bd3f-0c7660fdb900" providerId="ADAL" clId="{001AC1CD-D0A6-504B-B3C8-0BDC0EF312A5}" dt="2025-11-20T05:43:33.668" v="1111" actId="1076"/>
          <ac:spMkLst>
            <pc:docMk/>
            <pc:sldMk cId="2677504907" sldId="276"/>
            <ac:spMk id="3" creationId="{FCA1E60F-F273-49B4-4E15-838B6AA9338E}"/>
          </ac:spMkLst>
        </pc:spChg>
        <pc:spChg chg="add del mod">
          <ac:chgData name="Sanjeewa Kumara Narayana Narayana Mudiyanselage" userId="96a6db12-3713-4001-bd3f-0c7660fdb900" providerId="ADAL" clId="{001AC1CD-D0A6-504B-B3C8-0BDC0EF312A5}" dt="2025-11-20T05:39:37.750" v="1071" actId="478"/>
          <ac:spMkLst>
            <pc:docMk/>
            <pc:sldMk cId="2677504907" sldId="276"/>
            <ac:spMk id="6" creationId="{80050F46-4FED-493F-ACD5-5D99CE9714A9}"/>
          </ac:spMkLst>
        </pc:spChg>
        <pc:spChg chg="add del">
          <ac:chgData name="Sanjeewa Kumara Narayana Narayana Mudiyanselage" userId="96a6db12-3713-4001-bd3f-0c7660fdb900" providerId="ADAL" clId="{001AC1CD-D0A6-504B-B3C8-0BDC0EF312A5}" dt="2025-11-20T05:39:55.907" v="1072" actId="26606"/>
          <ac:spMkLst>
            <pc:docMk/>
            <pc:sldMk cId="2677504907" sldId="276"/>
            <ac:spMk id="10" creationId="{DBDA151C-5770-45E4-AAFF-59E7F403866D}"/>
          </ac:spMkLst>
        </pc:spChg>
        <pc:spChg chg="add del">
          <ac:chgData name="Sanjeewa Kumara Narayana Narayana Mudiyanselage" userId="96a6db12-3713-4001-bd3f-0c7660fdb900" providerId="ADAL" clId="{001AC1CD-D0A6-504B-B3C8-0BDC0EF312A5}" dt="2025-11-20T06:02:37.189" v="1149"/>
          <ac:spMkLst>
            <pc:docMk/>
            <pc:sldMk cId="2677504907" sldId="276"/>
            <ac:spMk id="17" creationId="{DBDA151C-5770-45E4-AAFF-59E7F403866D}"/>
          </ac:spMkLst>
        </pc:spChg>
        <pc:picChg chg="add mod">
          <ac:chgData name="Sanjeewa Kumara Narayana Narayana Mudiyanselage" userId="96a6db12-3713-4001-bd3f-0c7660fdb900" providerId="ADAL" clId="{001AC1CD-D0A6-504B-B3C8-0BDC0EF312A5}" dt="2025-11-20T06:10:39.556" v="1223" actId="14100"/>
          <ac:picMkLst>
            <pc:docMk/>
            <pc:sldMk cId="2677504907" sldId="276"/>
            <ac:picMk id="5" creationId="{D0406D6A-E9AE-8750-5417-BC9F38FB4CFC}"/>
          </ac:picMkLst>
        </pc:picChg>
        <pc:cxnChg chg="add del">
          <ac:chgData name="Sanjeewa Kumara Narayana Narayana Mudiyanselage" userId="96a6db12-3713-4001-bd3f-0c7660fdb900" providerId="ADAL" clId="{001AC1CD-D0A6-504B-B3C8-0BDC0EF312A5}" dt="2025-11-20T05:39:55.907" v="1072" actId="26606"/>
          <ac:cxnSpMkLst>
            <pc:docMk/>
            <pc:sldMk cId="2677504907" sldId="276"/>
            <ac:cxnSpMk id="12" creationId="{39AA7464-1EB7-A869-C7D3-AA680BBA984A}"/>
          </ac:cxnSpMkLst>
        </pc:cxnChg>
        <pc:cxnChg chg="add del">
          <ac:chgData name="Sanjeewa Kumara Narayana Narayana Mudiyanselage" userId="96a6db12-3713-4001-bd3f-0c7660fdb900" providerId="ADAL" clId="{001AC1CD-D0A6-504B-B3C8-0BDC0EF312A5}" dt="2025-11-20T06:02:37.189" v="1149"/>
          <ac:cxnSpMkLst>
            <pc:docMk/>
            <pc:sldMk cId="2677504907" sldId="276"/>
            <ac:cxnSpMk id="19" creationId="{2EA0F4A6-3CC9-C9E2-BA02-58FA29F7DD8E}"/>
          </ac:cxnSpMkLst>
        </pc:cxnChg>
      </pc:sldChg>
      <pc:sldChg chg="addSp delSp modSp new mod setBg delDesignElem">
        <pc:chgData name="Sanjeewa Kumara Narayana Narayana Mudiyanselage" userId="96a6db12-3713-4001-bd3f-0c7660fdb900" providerId="ADAL" clId="{001AC1CD-D0A6-504B-B3C8-0BDC0EF312A5}" dt="2025-11-20T06:02:37.189" v="1149"/>
        <pc:sldMkLst>
          <pc:docMk/>
          <pc:sldMk cId="2438764397" sldId="277"/>
        </pc:sldMkLst>
        <pc:spChg chg="add del">
          <ac:chgData name="Sanjeewa Kumara Narayana Narayana Mudiyanselage" userId="96a6db12-3713-4001-bd3f-0c7660fdb900" providerId="ADAL" clId="{001AC1CD-D0A6-504B-B3C8-0BDC0EF312A5}" dt="2025-11-20T05:24:26.924" v="1018" actId="26606"/>
          <ac:spMkLst>
            <pc:docMk/>
            <pc:sldMk cId="2438764397" sldId="277"/>
            <ac:spMk id="2" creationId="{BC1AAB68-EE94-A7B4-CE2E-EF6760D3A8EB}"/>
          </ac:spMkLst>
        </pc:spChg>
        <pc:spChg chg="del">
          <ac:chgData name="Sanjeewa Kumara Narayana Narayana Mudiyanselage" userId="96a6db12-3713-4001-bd3f-0c7660fdb900" providerId="ADAL" clId="{001AC1CD-D0A6-504B-B3C8-0BDC0EF312A5}" dt="2025-11-20T05:23:58.227" v="1006"/>
          <ac:spMkLst>
            <pc:docMk/>
            <pc:sldMk cId="2438764397" sldId="277"/>
            <ac:spMk id="3" creationId="{E0C38283-CB19-0412-6901-5AAABD41DB6B}"/>
          </ac:spMkLst>
        </pc:spChg>
        <pc:spChg chg="add del">
          <ac:chgData name="Sanjeewa Kumara Narayana Narayana Mudiyanselage" userId="96a6db12-3713-4001-bd3f-0c7660fdb900" providerId="ADAL" clId="{001AC1CD-D0A6-504B-B3C8-0BDC0EF312A5}" dt="2025-11-20T05:24:12.704" v="1011" actId="26606"/>
          <ac:spMkLst>
            <pc:docMk/>
            <pc:sldMk cId="2438764397" sldId="277"/>
            <ac:spMk id="9" creationId="{20AC3E50-E2EA-7D37-2A7A-70B0A0332E10}"/>
          </ac:spMkLst>
        </pc:spChg>
        <pc:spChg chg="add del">
          <ac:chgData name="Sanjeewa Kumara Narayana Narayana Mudiyanselage" userId="96a6db12-3713-4001-bd3f-0c7660fdb900" providerId="ADAL" clId="{001AC1CD-D0A6-504B-B3C8-0BDC0EF312A5}" dt="2025-11-20T05:24:09.657" v="1009" actId="26606"/>
          <ac:spMkLst>
            <pc:docMk/>
            <pc:sldMk cId="2438764397" sldId="277"/>
            <ac:spMk id="12" creationId="{149F9F0F-FB8C-5565-247C-BDCC156B5CAF}"/>
          </ac:spMkLst>
        </pc:spChg>
        <pc:spChg chg="add del">
          <ac:chgData name="Sanjeewa Kumara Narayana Narayana Mudiyanselage" userId="96a6db12-3713-4001-bd3f-0c7660fdb900" providerId="ADAL" clId="{001AC1CD-D0A6-504B-B3C8-0BDC0EF312A5}" dt="2025-11-20T05:24:09.657" v="1009" actId="26606"/>
          <ac:spMkLst>
            <pc:docMk/>
            <pc:sldMk cId="2438764397" sldId="277"/>
            <ac:spMk id="14" creationId="{ABA4FDDF-F59C-428B-8603-3A86D75931AB}"/>
          </ac:spMkLst>
        </pc:spChg>
        <pc:spChg chg="add del">
          <ac:chgData name="Sanjeewa Kumara Narayana Narayana Mudiyanselage" userId="96a6db12-3713-4001-bd3f-0c7660fdb900" providerId="ADAL" clId="{001AC1CD-D0A6-504B-B3C8-0BDC0EF312A5}" dt="2025-11-20T05:24:12.704" v="1011" actId="26606"/>
          <ac:spMkLst>
            <pc:docMk/>
            <pc:sldMk cId="2438764397" sldId="277"/>
            <ac:spMk id="16" creationId="{744CAA32-F237-419C-A2DD-43C28D920D3C}"/>
          </ac:spMkLst>
        </pc:spChg>
        <pc:spChg chg="add del">
          <ac:chgData name="Sanjeewa Kumara Narayana Narayana Mudiyanselage" userId="96a6db12-3713-4001-bd3f-0c7660fdb900" providerId="ADAL" clId="{001AC1CD-D0A6-504B-B3C8-0BDC0EF312A5}" dt="2025-11-20T05:24:12.704" v="1011" actId="26606"/>
          <ac:spMkLst>
            <pc:docMk/>
            <pc:sldMk cId="2438764397" sldId="277"/>
            <ac:spMk id="17" creationId="{BC1AAB68-EE94-A7B4-CE2E-EF6760D3A8EB}"/>
          </ac:spMkLst>
        </pc:spChg>
        <pc:spChg chg="add del">
          <ac:chgData name="Sanjeewa Kumara Narayana Narayana Mudiyanselage" userId="96a6db12-3713-4001-bd3f-0c7660fdb900" providerId="ADAL" clId="{001AC1CD-D0A6-504B-B3C8-0BDC0EF312A5}" dt="2025-11-20T05:24:16.556" v="1013" actId="26606"/>
          <ac:spMkLst>
            <pc:docMk/>
            <pc:sldMk cId="2438764397" sldId="277"/>
            <ac:spMk id="20" creationId="{744CAA32-F237-419C-A2DD-43C28D920D3C}"/>
          </ac:spMkLst>
        </pc:spChg>
        <pc:spChg chg="add del">
          <ac:chgData name="Sanjeewa Kumara Narayana Narayana Mudiyanselage" userId="96a6db12-3713-4001-bd3f-0c7660fdb900" providerId="ADAL" clId="{001AC1CD-D0A6-504B-B3C8-0BDC0EF312A5}" dt="2025-11-20T05:24:16.556" v="1013" actId="26606"/>
          <ac:spMkLst>
            <pc:docMk/>
            <pc:sldMk cId="2438764397" sldId="277"/>
            <ac:spMk id="21" creationId="{BC1AAB68-EE94-A7B4-CE2E-EF6760D3A8EB}"/>
          </ac:spMkLst>
        </pc:spChg>
        <pc:spChg chg="add del">
          <ac:chgData name="Sanjeewa Kumara Narayana Narayana Mudiyanselage" userId="96a6db12-3713-4001-bd3f-0c7660fdb900" providerId="ADAL" clId="{001AC1CD-D0A6-504B-B3C8-0BDC0EF312A5}" dt="2025-11-20T05:24:16.556" v="1013" actId="26606"/>
          <ac:spMkLst>
            <pc:docMk/>
            <pc:sldMk cId="2438764397" sldId="277"/>
            <ac:spMk id="23" creationId="{DAF74712-CA46-4449-8155-DB4822CE8E6A}"/>
          </ac:spMkLst>
        </pc:spChg>
        <pc:spChg chg="add del">
          <ac:chgData name="Sanjeewa Kumara Narayana Narayana Mudiyanselage" userId="96a6db12-3713-4001-bd3f-0c7660fdb900" providerId="ADAL" clId="{001AC1CD-D0A6-504B-B3C8-0BDC0EF312A5}" dt="2025-11-20T05:24:18.701" v="1015" actId="26606"/>
          <ac:spMkLst>
            <pc:docMk/>
            <pc:sldMk cId="2438764397" sldId="277"/>
            <ac:spMk id="26" creationId="{149F9F0F-FB8C-5565-247C-BDCC156B5CAF}"/>
          </ac:spMkLst>
        </pc:spChg>
        <pc:spChg chg="add del">
          <ac:chgData name="Sanjeewa Kumara Narayana Narayana Mudiyanselage" userId="96a6db12-3713-4001-bd3f-0c7660fdb900" providerId="ADAL" clId="{001AC1CD-D0A6-504B-B3C8-0BDC0EF312A5}" dt="2025-11-20T05:24:18.701" v="1015" actId="26606"/>
          <ac:spMkLst>
            <pc:docMk/>
            <pc:sldMk cId="2438764397" sldId="277"/>
            <ac:spMk id="27" creationId="{ABA4FDDF-F59C-428B-8603-3A86D75931AB}"/>
          </ac:spMkLst>
        </pc:spChg>
        <pc:spChg chg="add del">
          <ac:chgData name="Sanjeewa Kumara Narayana Narayana Mudiyanselage" userId="96a6db12-3713-4001-bd3f-0c7660fdb900" providerId="ADAL" clId="{001AC1CD-D0A6-504B-B3C8-0BDC0EF312A5}" dt="2025-11-20T05:24:26.922" v="1017" actId="26606"/>
          <ac:spMkLst>
            <pc:docMk/>
            <pc:sldMk cId="2438764397" sldId="277"/>
            <ac:spMk id="31" creationId="{19F9BF86-FE94-4517-B97D-026C7515E589}"/>
          </ac:spMkLst>
        </pc:spChg>
        <pc:spChg chg="add del">
          <ac:chgData name="Sanjeewa Kumara Narayana Narayana Mudiyanselage" userId="96a6db12-3713-4001-bd3f-0c7660fdb900" providerId="ADAL" clId="{001AC1CD-D0A6-504B-B3C8-0BDC0EF312A5}" dt="2025-11-20T05:24:26.922" v="1017" actId="26606"/>
          <ac:spMkLst>
            <pc:docMk/>
            <pc:sldMk cId="2438764397" sldId="277"/>
            <ac:spMk id="32" creationId="{BC1AAB68-EE94-A7B4-CE2E-EF6760D3A8EB}"/>
          </ac:spMkLst>
        </pc:spChg>
        <pc:spChg chg="add del">
          <ac:chgData name="Sanjeewa Kumara Narayana Narayana Mudiyanselage" userId="96a6db12-3713-4001-bd3f-0c7660fdb900" providerId="ADAL" clId="{001AC1CD-D0A6-504B-B3C8-0BDC0EF312A5}" dt="2025-11-20T05:24:49.708" v="1022" actId="26606"/>
          <ac:spMkLst>
            <pc:docMk/>
            <pc:sldMk cId="2438764397" sldId="277"/>
            <ac:spMk id="35" creationId="{8FCE029E-5073-4498-8104-8427AA987352}"/>
          </ac:spMkLst>
        </pc:spChg>
        <pc:spChg chg="add mod">
          <ac:chgData name="Sanjeewa Kumara Narayana Narayana Mudiyanselage" userId="96a6db12-3713-4001-bd3f-0c7660fdb900" providerId="ADAL" clId="{001AC1CD-D0A6-504B-B3C8-0BDC0EF312A5}" dt="2025-11-20T05:32:13.891" v="1042" actId="1076"/>
          <ac:spMkLst>
            <pc:docMk/>
            <pc:sldMk cId="2438764397" sldId="277"/>
            <ac:spMk id="36" creationId="{BC1AAB68-EE94-A7B4-CE2E-EF6760D3A8EB}"/>
          </ac:spMkLst>
        </pc:spChg>
        <pc:spChg chg="add mod">
          <ac:chgData name="Sanjeewa Kumara Narayana Narayana Mudiyanselage" userId="96a6db12-3713-4001-bd3f-0c7660fdb900" providerId="ADAL" clId="{001AC1CD-D0A6-504B-B3C8-0BDC0EF312A5}" dt="2025-11-20T05:32:35.039" v="1045" actId="255"/>
          <ac:spMkLst>
            <pc:docMk/>
            <pc:sldMk cId="2438764397" sldId="277"/>
            <ac:spMk id="38" creationId="{2339F0BC-CC44-6348-2DB1-55688F74178A}"/>
          </ac:spMkLst>
        </pc:spChg>
        <pc:spChg chg="add del">
          <ac:chgData name="Sanjeewa Kumara Narayana Narayana Mudiyanselage" userId="96a6db12-3713-4001-bd3f-0c7660fdb900" providerId="ADAL" clId="{001AC1CD-D0A6-504B-B3C8-0BDC0EF312A5}" dt="2025-11-20T06:02:37.189" v="1149"/>
          <ac:spMkLst>
            <pc:docMk/>
            <pc:sldMk cId="2438764397" sldId="277"/>
            <ac:spMk id="43" creationId="{744CAA32-F237-419C-A2DD-43C28D920D3C}"/>
          </ac:spMkLst>
        </pc:spChg>
        <pc:picChg chg="add mod modCrop">
          <ac:chgData name="Sanjeewa Kumara Narayana Narayana Mudiyanselage" userId="96a6db12-3713-4001-bd3f-0c7660fdb900" providerId="ADAL" clId="{001AC1CD-D0A6-504B-B3C8-0BDC0EF312A5}" dt="2025-11-20T05:35:06.014" v="1055" actId="732"/>
          <ac:picMkLst>
            <pc:docMk/>
            <pc:sldMk cId="2438764397" sldId="277"/>
            <ac:picMk id="5" creationId="{41C81215-B278-2F55-36AE-66E4818ECBB6}"/>
          </ac:picMkLst>
        </pc:picChg>
        <pc:cxnChg chg="add del">
          <ac:chgData name="Sanjeewa Kumara Narayana Narayana Mudiyanselage" userId="96a6db12-3713-4001-bd3f-0c7660fdb900" providerId="ADAL" clId="{001AC1CD-D0A6-504B-B3C8-0BDC0EF312A5}" dt="2025-11-20T05:24:09.657" v="1009" actId="26606"/>
          <ac:cxnSpMkLst>
            <pc:docMk/>
            <pc:sldMk cId="2438764397" sldId="277"/>
            <ac:cxnSpMk id="10" creationId="{118E06E4-607B-144B-382B-AD3D06B1EE8C}"/>
          </ac:cxnSpMkLst>
        </pc:cxnChg>
        <pc:cxnChg chg="add del">
          <ac:chgData name="Sanjeewa Kumara Narayana Narayana Mudiyanselage" userId="96a6db12-3713-4001-bd3f-0c7660fdb900" providerId="ADAL" clId="{001AC1CD-D0A6-504B-B3C8-0BDC0EF312A5}" dt="2025-11-20T05:24:12.704" v="1011" actId="26606"/>
          <ac:cxnSpMkLst>
            <pc:docMk/>
            <pc:sldMk cId="2438764397" sldId="277"/>
            <ac:cxnSpMk id="18" creationId="{753FE100-D0AB-4AE2-824B-60CFA31EC6A2}"/>
          </ac:cxnSpMkLst>
        </pc:cxnChg>
        <pc:cxnChg chg="add del">
          <ac:chgData name="Sanjeewa Kumara Narayana Narayana Mudiyanselage" userId="96a6db12-3713-4001-bd3f-0c7660fdb900" providerId="ADAL" clId="{001AC1CD-D0A6-504B-B3C8-0BDC0EF312A5}" dt="2025-11-20T05:24:16.556" v="1013" actId="26606"/>
          <ac:cxnSpMkLst>
            <pc:docMk/>
            <pc:sldMk cId="2438764397" sldId="277"/>
            <ac:cxnSpMk id="22" creationId="{08052531-D50B-3899-B150-D05525F4F2BC}"/>
          </ac:cxnSpMkLst>
        </pc:cxnChg>
        <pc:cxnChg chg="add del">
          <ac:chgData name="Sanjeewa Kumara Narayana Narayana Mudiyanselage" userId="96a6db12-3713-4001-bd3f-0c7660fdb900" providerId="ADAL" clId="{001AC1CD-D0A6-504B-B3C8-0BDC0EF312A5}" dt="2025-11-20T05:24:18.701" v="1015" actId="26606"/>
          <ac:cxnSpMkLst>
            <pc:docMk/>
            <pc:sldMk cId="2438764397" sldId="277"/>
            <ac:cxnSpMk id="25" creationId="{118E06E4-607B-144B-382B-AD3D06B1EE8C}"/>
          </ac:cxnSpMkLst>
        </pc:cxnChg>
        <pc:cxnChg chg="add del">
          <ac:chgData name="Sanjeewa Kumara Narayana Narayana Mudiyanselage" userId="96a6db12-3713-4001-bd3f-0c7660fdb900" providerId="ADAL" clId="{001AC1CD-D0A6-504B-B3C8-0BDC0EF312A5}" dt="2025-11-20T05:24:18.701" v="1015" actId="26606"/>
          <ac:cxnSpMkLst>
            <pc:docMk/>
            <pc:sldMk cId="2438764397" sldId="277"/>
            <ac:cxnSpMk id="28" creationId="{3EAD13EF-74FA-4D38-8F15-B51F09C96B35}"/>
          </ac:cxnSpMkLst>
        </pc:cxnChg>
        <pc:cxnChg chg="add del">
          <ac:chgData name="Sanjeewa Kumara Narayana Narayana Mudiyanselage" userId="96a6db12-3713-4001-bd3f-0c7660fdb900" providerId="ADAL" clId="{001AC1CD-D0A6-504B-B3C8-0BDC0EF312A5}" dt="2025-11-20T05:24:26.922" v="1017" actId="26606"/>
          <ac:cxnSpMkLst>
            <pc:docMk/>
            <pc:sldMk cId="2438764397" sldId="277"/>
            <ac:cxnSpMk id="30" creationId="{118E06E4-607B-144B-382B-AD3D06B1EE8C}"/>
          </ac:cxnSpMkLst>
        </pc:cxnChg>
        <pc:cxnChg chg="add del">
          <ac:chgData name="Sanjeewa Kumara Narayana Narayana Mudiyanselage" userId="96a6db12-3713-4001-bd3f-0c7660fdb900" providerId="ADAL" clId="{001AC1CD-D0A6-504B-B3C8-0BDC0EF312A5}" dt="2025-11-20T05:24:26.922" v="1017" actId="26606"/>
          <ac:cxnSpMkLst>
            <pc:docMk/>
            <pc:sldMk cId="2438764397" sldId="277"/>
            <ac:cxnSpMk id="33" creationId="{94AC3912-9445-326E-F355-EA4A288013DB}"/>
          </ac:cxnSpMkLst>
        </pc:cxnChg>
        <pc:cxnChg chg="add del">
          <ac:chgData name="Sanjeewa Kumara Narayana Narayana Mudiyanselage" userId="96a6db12-3713-4001-bd3f-0c7660fdb900" providerId="ADAL" clId="{001AC1CD-D0A6-504B-B3C8-0BDC0EF312A5}" dt="2025-11-20T05:24:49.708" v="1022" actId="26606"/>
          <ac:cxnSpMkLst>
            <pc:docMk/>
            <pc:sldMk cId="2438764397" sldId="277"/>
            <ac:cxnSpMk id="37" creationId="{BEFF515C-2521-4964-9DAC-2BFB8EC86AE4}"/>
          </ac:cxnSpMkLst>
        </pc:cxnChg>
        <pc:cxnChg chg="add del">
          <ac:chgData name="Sanjeewa Kumara Narayana Narayana Mudiyanselage" userId="96a6db12-3713-4001-bd3f-0c7660fdb900" providerId="ADAL" clId="{001AC1CD-D0A6-504B-B3C8-0BDC0EF312A5}" dt="2025-11-20T06:02:37.189" v="1149"/>
          <ac:cxnSpMkLst>
            <pc:docMk/>
            <pc:sldMk cId="2438764397" sldId="277"/>
            <ac:cxnSpMk id="45" creationId="{08052531-D50B-3899-B150-D05525F4F2BC}"/>
          </ac:cxnSpMkLst>
        </pc:cxnChg>
      </pc:sldChg>
      <pc:sldChg chg="addSp delSp modSp new mod setBg">
        <pc:chgData name="Sanjeewa Kumara Narayana Narayana Mudiyanselage" userId="96a6db12-3713-4001-bd3f-0c7660fdb900" providerId="ADAL" clId="{001AC1CD-D0A6-504B-B3C8-0BDC0EF312A5}" dt="2025-11-20T06:10:05.119" v="1222" actId="255"/>
        <pc:sldMkLst>
          <pc:docMk/>
          <pc:sldMk cId="1312509780" sldId="278"/>
        </pc:sldMkLst>
        <pc:spChg chg="mod">
          <ac:chgData name="Sanjeewa Kumara Narayana Narayana Mudiyanselage" userId="96a6db12-3713-4001-bd3f-0c7660fdb900" providerId="ADAL" clId="{001AC1CD-D0A6-504B-B3C8-0BDC0EF312A5}" dt="2025-11-20T06:08:41.837" v="1201" actId="1076"/>
          <ac:spMkLst>
            <pc:docMk/>
            <pc:sldMk cId="1312509780" sldId="278"/>
            <ac:spMk id="2" creationId="{C2630C5A-6CB6-627D-8E20-CA210087D989}"/>
          </ac:spMkLst>
        </pc:spChg>
        <pc:spChg chg="del mod">
          <ac:chgData name="Sanjeewa Kumara Narayana Narayana Mudiyanselage" userId="96a6db12-3713-4001-bd3f-0c7660fdb900" providerId="ADAL" clId="{001AC1CD-D0A6-504B-B3C8-0BDC0EF312A5}" dt="2025-11-20T06:01:00.713" v="1117" actId="26606"/>
          <ac:spMkLst>
            <pc:docMk/>
            <pc:sldMk cId="1312509780" sldId="278"/>
            <ac:spMk id="3" creationId="{D2F8C4FD-4A8D-ED1A-4002-811DFD58E745}"/>
          </ac:spMkLst>
        </pc:spChg>
        <pc:spChg chg="add del">
          <ac:chgData name="Sanjeewa Kumara Narayana Narayana Mudiyanselage" userId="96a6db12-3713-4001-bd3f-0c7660fdb900" providerId="ADAL" clId="{001AC1CD-D0A6-504B-B3C8-0BDC0EF312A5}" dt="2025-11-20T06:03:05.846" v="1151" actId="26606"/>
          <ac:spMkLst>
            <pc:docMk/>
            <pc:sldMk cId="1312509780" sldId="278"/>
            <ac:spMk id="10" creationId="{DBDA151C-5770-45E4-AAFF-59E7F403866D}"/>
          </ac:spMkLst>
        </pc:spChg>
        <pc:spChg chg="add del">
          <ac:chgData name="Sanjeewa Kumara Narayana Narayana Mudiyanselage" userId="96a6db12-3713-4001-bd3f-0c7660fdb900" providerId="ADAL" clId="{001AC1CD-D0A6-504B-B3C8-0BDC0EF312A5}" dt="2025-11-20T06:03:11.579" v="1153" actId="26606"/>
          <ac:spMkLst>
            <pc:docMk/>
            <pc:sldMk cId="1312509780" sldId="278"/>
            <ac:spMk id="14" creationId="{A637580D-1176-4083-A9A1-BD8ED08996EC}"/>
          </ac:spMkLst>
        </pc:spChg>
        <pc:spChg chg="add del">
          <ac:chgData name="Sanjeewa Kumara Narayana Narayana Mudiyanselage" userId="96a6db12-3713-4001-bd3f-0c7660fdb900" providerId="ADAL" clId="{001AC1CD-D0A6-504B-B3C8-0BDC0EF312A5}" dt="2025-11-20T06:03:33.931" v="1155" actId="26606"/>
          <ac:spMkLst>
            <pc:docMk/>
            <pc:sldMk cId="1312509780" sldId="278"/>
            <ac:spMk id="17" creationId="{063F27BC-7079-4FF7-8F7C-ABC82FA3C247}"/>
          </ac:spMkLst>
        </pc:spChg>
        <pc:spChg chg="add del">
          <ac:chgData name="Sanjeewa Kumara Narayana Narayana Mudiyanselage" userId="96a6db12-3713-4001-bd3f-0c7660fdb900" providerId="ADAL" clId="{001AC1CD-D0A6-504B-B3C8-0BDC0EF312A5}" dt="2025-11-20T06:03:48.947" v="1157" actId="26606"/>
          <ac:spMkLst>
            <pc:docMk/>
            <pc:sldMk cId="1312509780" sldId="278"/>
            <ac:spMk id="20" creationId="{A637580D-1176-4083-A9A1-BD8ED08996EC}"/>
          </ac:spMkLst>
        </pc:spChg>
        <pc:spChg chg="add del">
          <ac:chgData name="Sanjeewa Kumara Narayana Narayana Mudiyanselage" userId="96a6db12-3713-4001-bd3f-0c7660fdb900" providerId="ADAL" clId="{001AC1CD-D0A6-504B-B3C8-0BDC0EF312A5}" dt="2025-11-20T06:07:27.015" v="1191" actId="26606"/>
          <ac:spMkLst>
            <pc:docMk/>
            <pc:sldMk cId="1312509780" sldId="278"/>
            <ac:spMk id="23" creationId="{063F27BC-7079-4FF7-8F7C-ABC82FA3C247}"/>
          </ac:spMkLst>
        </pc:spChg>
        <pc:spChg chg="add del">
          <ac:chgData name="Sanjeewa Kumara Narayana Narayana Mudiyanselage" userId="96a6db12-3713-4001-bd3f-0c7660fdb900" providerId="ADAL" clId="{001AC1CD-D0A6-504B-B3C8-0BDC0EF312A5}" dt="2025-11-20T06:07:51.325" v="1194" actId="26606"/>
          <ac:spMkLst>
            <pc:docMk/>
            <pc:sldMk cId="1312509780" sldId="278"/>
            <ac:spMk id="29" creationId="{DBDA151C-5770-45E4-AAFF-59E7F403866D}"/>
          </ac:spMkLst>
        </pc:spChg>
        <pc:spChg chg="add">
          <ac:chgData name="Sanjeewa Kumara Narayana Narayana Mudiyanselage" userId="96a6db12-3713-4001-bd3f-0c7660fdb900" providerId="ADAL" clId="{001AC1CD-D0A6-504B-B3C8-0BDC0EF312A5}" dt="2025-11-20T06:07:51.325" v="1194" actId="26606"/>
          <ac:spMkLst>
            <pc:docMk/>
            <pc:sldMk cId="1312509780" sldId="278"/>
            <ac:spMk id="36" creationId="{A637580D-1176-4083-A9A1-BD8ED08996EC}"/>
          </ac:spMkLst>
        </pc:spChg>
        <pc:graphicFrameChg chg="add mod modGraphic">
          <ac:chgData name="Sanjeewa Kumara Narayana Narayana Mudiyanselage" userId="96a6db12-3713-4001-bd3f-0c7660fdb900" providerId="ADAL" clId="{001AC1CD-D0A6-504B-B3C8-0BDC0EF312A5}" dt="2025-11-20T06:10:05.119" v="1222" actId="255"/>
          <ac:graphicFrameMkLst>
            <pc:docMk/>
            <pc:sldMk cId="1312509780" sldId="278"/>
            <ac:graphicFrameMk id="5" creationId="{5A639FDC-7D7D-90A1-23AD-6FB6D24860D1}"/>
          </ac:graphicFrameMkLst>
        </pc:graphicFrameChg>
        <pc:cxnChg chg="add del">
          <ac:chgData name="Sanjeewa Kumara Narayana Narayana Mudiyanselage" userId="96a6db12-3713-4001-bd3f-0c7660fdb900" providerId="ADAL" clId="{001AC1CD-D0A6-504B-B3C8-0BDC0EF312A5}" dt="2025-11-20T06:03:05.846" v="1151" actId="26606"/>
          <ac:cxnSpMkLst>
            <pc:docMk/>
            <pc:sldMk cId="1312509780" sldId="278"/>
            <ac:cxnSpMk id="12" creationId="{B209265E-E0D7-493B-97CE-2263D50C3F0A}"/>
          </ac:cxnSpMkLst>
        </pc:cxnChg>
        <pc:cxnChg chg="add del">
          <ac:chgData name="Sanjeewa Kumara Narayana Narayana Mudiyanselage" userId="96a6db12-3713-4001-bd3f-0c7660fdb900" providerId="ADAL" clId="{001AC1CD-D0A6-504B-B3C8-0BDC0EF312A5}" dt="2025-11-20T06:03:11.579" v="1153" actId="26606"/>
          <ac:cxnSpMkLst>
            <pc:docMk/>
            <pc:sldMk cId="1312509780" sldId="278"/>
            <ac:cxnSpMk id="15" creationId="{1A85A180-17F0-9F5F-51D9-6D242E7884AB}"/>
          </ac:cxnSpMkLst>
        </pc:cxnChg>
        <pc:cxnChg chg="add del">
          <ac:chgData name="Sanjeewa Kumara Narayana Narayana Mudiyanselage" userId="96a6db12-3713-4001-bd3f-0c7660fdb900" providerId="ADAL" clId="{001AC1CD-D0A6-504B-B3C8-0BDC0EF312A5}" dt="2025-11-20T06:03:33.931" v="1155" actId="26606"/>
          <ac:cxnSpMkLst>
            <pc:docMk/>
            <pc:sldMk cId="1312509780" sldId="278"/>
            <ac:cxnSpMk id="18" creationId="{9B5F4E67-4DB9-8422-13E5-B36FD48EC4D4}"/>
          </ac:cxnSpMkLst>
        </pc:cxnChg>
        <pc:cxnChg chg="add del">
          <ac:chgData name="Sanjeewa Kumara Narayana Narayana Mudiyanselage" userId="96a6db12-3713-4001-bd3f-0c7660fdb900" providerId="ADAL" clId="{001AC1CD-D0A6-504B-B3C8-0BDC0EF312A5}" dt="2025-11-20T06:03:48.947" v="1157" actId="26606"/>
          <ac:cxnSpMkLst>
            <pc:docMk/>
            <pc:sldMk cId="1312509780" sldId="278"/>
            <ac:cxnSpMk id="21" creationId="{1A85A180-17F0-9F5F-51D9-6D242E7884AB}"/>
          </ac:cxnSpMkLst>
        </pc:cxnChg>
        <pc:cxnChg chg="add del">
          <ac:chgData name="Sanjeewa Kumara Narayana Narayana Mudiyanselage" userId="96a6db12-3713-4001-bd3f-0c7660fdb900" providerId="ADAL" clId="{001AC1CD-D0A6-504B-B3C8-0BDC0EF312A5}" dt="2025-11-20T06:07:27.015" v="1191" actId="26606"/>
          <ac:cxnSpMkLst>
            <pc:docMk/>
            <pc:sldMk cId="1312509780" sldId="278"/>
            <ac:cxnSpMk id="24" creationId="{9B5F4E67-4DB9-8422-13E5-B36FD48EC4D4}"/>
          </ac:cxnSpMkLst>
        </pc:cxnChg>
        <pc:cxnChg chg="add del">
          <ac:chgData name="Sanjeewa Kumara Narayana Narayana Mudiyanselage" userId="96a6db12-3713-4001-bd3f-0c7660fdb900" providerId="ADAL" clId="{001AC1CD-D0A6-504B-B3C8-0BDC0EF312A5}" dt="2025-11-20T06:07:51.325" v="1194" actId="26606"/>
          <ac:cxnSpMkLst>
            <pc:docMk/>
            <pc:sldMk cId="1312509780" sldId="278"/>
            <ac:cxnSpMk id="31" creationId="{E62D3963-2153-4637-96E6-E31BD2CE5D0D}"/>
          </ac:cxnSpMkLst>
        </pc:cxnChg>
        <pc:cxnChg chg="add">
          <ac:chgData name="Sanjeewa Kumara Narayana Narayana Mudiyanselage" userId="96a6db12-3713-4001-bd3f-0c7660fdb900" providerId="ADAL" clId="{001AC1CD-D0A6-504B-B3C8-0BDC0EF312A5}" dt="2025-11-20T06:07:51.325" v="1194" actId="26606"/>
          <ac:cxnSpMkLst>
            <pc:docMk/>
            <pc:sldMk cId="1312509780" sldId="278"/>
            <ac:cxnSpMk id="38" creationId="{B9C96FDC-E4C2-7D8A-44BA-572E7CD9E899}"/>
          </ac:cxnSpMkLst>
        </pc:cxnChg>
      </pc:sldChg>
      <pc:sldChg chg="addSp delSp modSp new mod">
        <pc:chgData name="Sanjeewa Kumara Narayana Narayana Mudiyanselage" userId="96a6db12-3713-4001-bd3f-0c7660fdb900" providerId="ADAL" clId="{001AC1CD-D0A6-504B-B3C8-0BDC0EF312A5}" dt="2025-11-20T13:28:07.664" v="1267" actId="255"/>
        <pc:sldMkLst>
          <pc:docMk/>
          <pc:sldMk cId="1337310686" sldId="279"/>
        </pc:sldMkLst>
        <pc:spChg chg="mod">
          <ac:chgData name="Sanjeewa Kumara Narayana Narayana Mudiyanselage" userId="96a6db12-3713-4001-bd3f-0c7660fdb900" providerId="ADAL" clId="{001AC1CD-D0A6-504B-B3C8-0BDC0EF312A5}" dt="2025-11-20T13:05:09.562" v="1233" actId="255"/>
          <ac:spMkLst>
            <pc:docMk/>
            <pc:sldMk cId="1337310686" sldId="279"/>
            <ac:spMk id="2" creationId="{AF863298-90CB-80CD-DE8F-82B746C0D7DB}"/>
          </ac:spMkLst>
        </pc:spChg>
        <pc:spChg chg="add del mod">
          <ac:chgData name="Sanjeewa Kumara Narayana Narayana Mudiyanselage" userId="96a6db12-3713-4001-bd3f-0c7660fdb900" providerId="ADAL" clId="{001AC1CD-D0A6-504B-B3C8-0BDC0EF312A5}" dt="2025-11-20T13:07:06.311" v="1238" actId="26606"/>
          <ac:spMkLst>
            <pc:docMk/>
            <pc:sldMk cId="1337310686" sldId="279"/>
            <ac:spMk id="3" creationId="{A4E464F9-072D-ED53-8FF9-1DA6553E959F}"/>
          </ac:spMkLst>
        </pc:spChg>
        <pc:graphicFrameChg chg="add del">
          <ac:chgData name="Sanjeewa Kumara Narayana Narayana Mudiyanselage" userId="96a6db12-3713-4001-bd3f-0c7660fdb900" providerId="ADAL" clId="{001AC1CD-D0A6-504B-B3C8-0BDC0EF312A5}" dt="2025-11-20T13:07:02.620" v="1235" actId="26606"/>
          <ac:graphicFrameMkLst>
            <pc:docMk/>
            <pc:sldMk cId="1337310686" sldId="279"/>
            <ac:graphicFrameMk id="5" creationId="{7921C9F2-78AB-EB00-37E2-4D3321604114}"/>
          </ac:graphicFrameMkLst>
        </pc:graphicFrameChg>
        <pc:graphicFrameChg chg="add del">
          <ac:chgData name="Sanjeewa Kumara Narayana Narayana Mudiyanselage" userId="96a6db12-3713-4001-bd3f-0c7660fdb900" providerId="ADAL" clId="{001AC1CD-D0A6-504B-B3C8-0BDC0EF312A5}" dt="2025-11-20T13:07:06.282" v="1237" actId="26606"/>
          <ac:graphicFrameMkLst>
            <pc:docMk/>
            <pc:sldMk cId="1337310686" sldId="279"/>
            <ac:graphicFrameMk id="7" creationId="{92709D1B-4A74-EE77-BBCC-95A56501422A}"/>
          </ac:graphicFrameMkLst>
        </pc:graphicFrameChg>
        <pc:graphicFrameChg chg="add mod">
          <ac:chgData name="Sanjeewa Kumara Narayana Narayana Mudiyanselage" userId="96a6db12-3713-4001-bd3f-0c7660fdb900" providerId="ADAL" clId="{001AC1CD-D0A6-504B-B3C8-0BDC0EF312A5}" dt="2025-11-20T13:28:07.664" v="1267" actId="255"/>
          <ac:graphicFrameMkLst>
            <pc:docMk/>
            <pc:sldMk cId="1337310686" sldId="279"/>
            <ac:graphicFrameMk id="9" creationId="{7921C9F2-78AB-EB00-37E2-4D3321604114}"/>
          </ac:graphicFrameMkLst>
        </pc:graphicFrameChg>
      </pc:sldChg>
      <pc:sldChg chg="addSp delSp modSp new mod">
        <pc:chgData name="Sanjeewa Kumara Narayana Narayana Mudiyanselage" userId="96a6db12-3713-4001-bd3f-0c7660fdb900" providerId="ADAL" clId="{001AC1CD-D0A6-504B-B3C8-0BDC0EF312A5}" dt="2025-11-20T13:09:31.179" v="1252" actId="26606"/>
        <pc:sldMkLst>
          <pc:docMk/>
          <pc:sldMk cId="3074986745" sldId="280"/>
        </pc:sldMkLst>
        <pc:spChg chg="mod">
          <ac:chgData name="Sanjeewa Kumara Narayana Narayana Mudiyanselage" userId="96a6db12-3713-4001-bd3f-0c7660fdb900" providerId="ADAL" clId="{001AC1CD-D0A6-504B-B3C8-0BDC0EF312A5}" dt="2025-11-20T13:08:33.540" v="1245" actId="255"/>
          <ac:spMkLst>
            <pc:docMk/>
            <pc:sldMk cId="3074986745" sldId="280"/>
            <ac:spMk id="2" creationId="{0B9859D6-53C1-7EEF-4247-A6E6E10F678C}"/>
          </ac:spMkLst>
        </pc:spChg>
        <pc:spChg chg="del mod">
          <ac:chgData name="Sanjeewa Kumara Narayana Narayana Mudiyanselage" userId="96a6db12-3713-4001-bd3f-0c7660fdb900" providerId="ADAL" clId="{001AC1CD-D0A6-504B-B3C8-0BDC0EF312A5}" dt="2025-11-20T13:09:31.179" v="1252" actId="26606"/>
          <ac:spMkLst>
            <pc:docMk/>
            <pc:sldMk cId="3074986745" sldId="280"/>
            <ac:spMk id="3" creationId="{17FF7F40-F7CA-CCF4-4214-79AD6EDCC882}"/>
          </ac:spMkLst>
        </pc:spChg>
        <pc:graphicFrameChg chg="add">
          <ac:chgData name="Sanjeewa Kumara Narayana Narayana Mudiyanselage" userId="96a6db12-3713-4001-bd3f-0c7660fdb900" providerId="ADAL" clId="{001AC1CD-D0A6-504B-B3C8-0BDC0EF312A5}" dt="2025-11-20T13:09:31.179" v="1252" actId="26606"/>
          <ac:graphicFrameMkLst>
            <pc:docMk/>
            <pc:sldMk cId="3074986745" sldId="280"/>
            <ac:graphicFrameMk id="5" creationId="{1D1A6F58-287E-A5EF-37D3-D93A2EF7B624}"/>
          </ac:graphicFrameMkLst>
        </pc:graphicFrameChg>
      </pc:sldChg>
      <pc:sldChg chg="addSp modSp new mod setBg">
        <pc:chgData name="Sanjeewa Kumara Narayana Narayana Mudiyanselage" userId="96a6db12-3713-4001-bd3f-0c7660fdb900" providerId="ADAL" clId="{001AC1CD-D0A6-504B-B3C8-0BDC0EF312A5}" dt="2025-11-20T14:03:48.036" v="1376" actId="5793"/>
        <pc:sldMkLst>
          <pc:docMk/>
          <pc:sldMk cId="3708762330" sldId="281"/>
        </pc:sldMkLst>
        <pc:spChg chg="mod">
          <ac:chgData name="Sanjeewa Kumara Narayana Narayana Mudiyanselage" userId="96a6db12-3713-4001-bd3f-0c7660fdb900" providerId="ADAL" clId="{001AC1CD-D0A6-504B-B3C8-0BDC0EF312A5}" dt="2025-11-20T13:52:58.284" v="1280" actId="14100"/>
          <ac:spMkLst>
            <pc:docMk/>
            <pc:sldMk cId="3708762330" sldId="281"/>
            <ac:spMk id="2" creationId="{94A08A2B-6C16-E9AB-594A-2034BFFBEBD6}"/>
          </ac:spMkLst>
        </pc:spChg>
        <pc:spChg chg="mod">
          <ac:chgData name="Sanjeewa Kumara Narayana Narayana Mudiyanselage" userId="96a6db12-3713-4001-bd3f-0c7660fdb900" providerId="ADAL" clId="{001AC1CD-D0A6-504B-B3C8-0BDC0EF312A5}" dt="2025-11-20T14:03:48.036" v="1376" actId="5793"/>
          <ac:spMkLst>
            <pc:docMk/>
            <pc:sldMk cId="3708762330" sldId="281"/>
            <ac:spMk id="3" creationId="{A411F4C1-062E-176C-4057-D4B5DB222C2D}"/>
          </ac:spMkLst>
        </pc:spChg>
        <pc:spChg chg="add">
          <ac:chgData name="Sanjeewa Kumara Narayana Narayana Mudiyanselage" userId="96a6db12-3713-4001-bd3f-0c7660fdb900" providerId="ADAL" clId="{001AC1CD-D0A6-504B-B3C8-0BDC0EF312A5}" dt="2025-11-20T13:52:38.089" v="1278" actId="26606"/>
          <ac:spMkLst>
            <pc:docMk/>
            <pc:sldMk cId="3708762330" sldId="281"/>
            <ac:spMk id="10" creationId="{744CAA32-F237-419C-A2DD-43C28D920D3C}"/>
          </ac:spMkLst>
        </pc:spChg>
        <pc:spChg chg="add">
          <ac:chgData name="Sanjeewa Kumara Narayana Narayana Mudiyanselage" userId="96a6db12-3713-4001-bd3f-0c7660fdb900" providerId="ADAL" clId="{001AC1CD-D0A6-504B-B3C8-0BDC0EF312A5}" dt="2025-11-20T13:52:38.089" v="1278" actId="26606"/>
          <ac:spMkLst>
            <pc:docMk/>
            <pc:sldMk cId="3708762330" sldId="281"/>
            <ac:spMk id="12" creationId="{18EE42F0-2470-417A-8666-6E3266FEBF30}"/>
          </ac:spMkLst>
        </pc:spChg>
        <pc:picChg chg="add mod ord">
          <ac:chgData name="Sanjeewa Kumara Narayana Narayana Mudiyanselage" userId="96a6db12-3713-4001-bd3f-0c7660fdb900" providerId="ADAL" clId="{001AC1CD-D0A6-504B-B3C8-0BDC0EF312A5}" dt="2025-11-20T13:52:38.089" v="1278" actId="26606"/>
          <ac:picMkLst>
            <pc:docMk/>
            <pc:sldMk cId="3708762330" sldId="281"/>
            <ac:picMk id="5" creationId="{F78D112D-61C2-5DD9-A303-A5CADB022B19}"/>
          </ac:picMkLst>
        </pc:picChg>
        <pc:cxnChg chg="add">
          <ac:chgData name="Sanjeewa Kumara Narayana Narayana Mudiyanselage" userId="96a6db12-3713-4001-bd3f-0c7660fdb900" providerId="ADAL" clId="{001AC1CD-D0A6-504B-B3C8-0BDC0EF312A5}" dt="2025-11-20T13:52:38.089" v="1278" actId="26606"/>
          <ac:cxnSpMkLst>
            <pc:docMk/>
            <pc:sldMk cId="3708762330" sldId="281"/>
            <ac:cxnSpMk id="14" creationId="{B90DD1AA-9FC9-0AF2-B563-CA13C179FBC8}"/>
          </ac:cxnSpMkLst>
        </pc:cxnChg>
      </pc:sldChg>
      <pc:sldChg chg="addSp delSp modSp new mod setBg">
        <pc:chgData name="Sanjeewa Kumara Narayana Narayana Mudiyanselage" userId="96a6db12-3713-4001-bd3f-0c7660fdb900" providerId="ADAL" clId="{001AC1CD-D0A6-504B-B3C8-0BDC0EF312A5}" dt="2025-11-20T13:23:44.074" v="1264" actId="26606"/>
        <pc:sldMkLst>
          <pc:docMk/>
          <pc:sldMk cId="1967767690" sldId="282"/>
        </pc:sldMkLst>
        <pc:spChg chg="mod">
          <ac:chgData name="Sanjeewa Kumara Narayana Narayana Mudiyanselage" userId="96a6db12-3713-4001-bd3f-0c7660fdb900" providerId="ADAL" clId="{001AC1CD-D0A6-504B-B3C8-0BDC0EF312A5}" dt="2025-11-20T13:23:44.074" v="1264" actId="26606"/>
          <ac:spMkLst>
            <pc:docMk/>
            <pc:sldMk cId="1967767690" sldId="282"/>
            <ac:spMk id="2" creationId="{96DDD1FD-6759-7AA6-D233-9F53B78CFF4F}"/>
          </ac:spMkLst>
        </pc:spChg>
        <pc:spChg chg="del mod">
          <ac:chgData name="Sanjeewa Kumara Narayana Narayana Mudiyanselage" userId="96a6db12-3713-4001-bd3f-0c7660fdb900" providerId="ADAL" clId="{001AC1CD-D0A6-504B-B3C8-0BDC0EF312A5}" dt="2025-11-20T13:23:44.074" v="1264" actId="26606"/>
          <ac:spMkLst>
            <pc:docMk/>
            <pc:sldMk cId="1967767690" sldId="282"/>
            <ac:spMk id="3" creationId="{52A18521-7D99-2B0B-63E4-E0CBE50B88C3}"/>
          </ac:spMkLst>
        </pc:spChg>
        <pc:spChg chg="add">
          <ac:chgData name="Sanjeewa Kumara Narayana Narayana Mudiyanselage" userId="96a6db12-3713-4001-bd3f-0c7660fdb900" providerId="ADAL" clId="{001AC1CD-D0A6-504B-B3C8-0BDC0EF312A5}" dt="2025-11-20T13:23:44.074" v="1264" actId="26606"/>
          <ac:spMkLst>
            <pc:docMk/>
            <pc:sldMk cId="1967767690" sldId="282"/>
            <ac:spMk id="9" creationId="{DBDA151C-5770-45E4-AAFF-59E7F403866D}"/>
          </ac:spMkLst>
        </pc:spChg>
        <pc:graphicFrameChg chg="add">
          <ac:chgData name="Sanjeewa Kumara Narayana Narayana Mudiyanselage" userId="96a6db12-3713-4001-bd3f-0c7660fdb900" providerId="ADAL" clId="{001AC1CD-D0A6-504B-B3C8-0BDC0EF312A5}" dt="2025-11-20T13:23:44.074" v="1264" actId="26606"/>
          <ac:graphicFrameMkLst>
            <pc:docMk/>
            <pc:sldMk cId="1967767690" sldId="282"/>
            <ac:graphicFrameMk id="5" creationId="{3F5F0212-BF50-5C7D-C8D3-F038DE7053AB}"/>
          </ac:graphicFrameMkLst>
        </pc:graphicFrameChg>
        <pc:cxnChg chg="add">
          <ac:chgData name="Sanjeewa Kumara Narayana Narayana Mudiyanselage" userId="96a6db12-3713-4001-bd3f-0c7660fdb900" providerId="ADAL" clId="{001AC1CD-D0A6-504B-B3C8-0BDC0EF312A5}" dt="2025-11-20T13:23:44.074" v="1264" actId="26606"/>
          <ac:cxnSpMkLst>
            <pc:docMk/>
            <pc:sldMk cId="1967767690" sldId="282"/>
            <ac:cxnSpMk id="11" creationId="{05ADA91C-AD52-A530-A898-AD6E69874598}"/>
          </ac:cxnSpMkLst>
        </pc:cxnChg>
      </pc:sldChg>
      <pc:sldChg chg="addSp delSp modSp new mod setBg">
        <pc:chgData name="Sanjeewa Kumara Narayana Narayana Mudiyanselage" userId="96a6db12-3713-4001-bd3f-0c7660fdb900" providerId="ADAL" clId="{001AC1CD-D0A6-504B-B3C8-0BDC0EF312A5}" dt="2025-11-20T15:30:21.066" v="1438" actId="1076"/>
        <pc:sldMkLst>
          <pc:docMk/>
          <pc:sldMk cId="708949113" sldId="283"/>
        </pc:sldMkLst>
        <pc:spChg chg="mod">
          <ac:chgData name="Sanjeewa Kumara Narayana Narayana Mudiyanselage" userId="96a6db12-3713-4001-bd3f-0c7660fdb900" providerId="ADAL" clId="{001AC1CD-D0A6-504B-B3C8-0BDC0EF312A5}" dt="2025-11-20T15:28:57.226" v="1378" actId="20577"/>
          <ac:spMkLst>
            <pc:docMk/>
            <pc:sldMk cId="708949113" sldId="283"/>
            <ac:spMk id="2" creationId="{EFA9DCE5-7F92-35A4-D85A-A7361022C619}"/>
          </ac:spMkLst>
        </pc:spChg>
        <pc:spChg chg="del">
          <ac:chgData name="Sanjeewa Kumara Narayana Narayana Mudiyanselage" userId="96a6db12-3713-4001-bd3f-0c7660fdb900" providerId="ADAL" clId="{001AC1CD-D0A6-504B-B3C8-0BDC0EF312A5}" dt="2025-11-20T13:56:16.079" v="1351"/>
          <ac:spMkLst>
            <pc:docMk/>
            <pc:sldMk cId="708949113" sldId="283"/>
            <ac:spMk id="3" creationId="{FB2A0853-9588-B9D3-0BCF-465FB7D6183F}"/>
          </ac:spMkLst>
        </pc:spChg>
        <pc:spChg chg="add mod">
          <ac:chgData name="Sanjeewa Kumara Narayana Narayana Mudiyanselage" userId="96a6db12-3713-4001-bd3f-0c7660fdb900" providerId="ADAL" clId="{001AC1CD-D0A6-504B-B3C8-0BDC0EF312A5}" dt="2025-11-20T15:30:21.066" v="1438" actId="1076"/>
          <ac:spMkLst>
            <pc:docMk/>
            <pc:sldMk cId="708949113" sldId="283"/>
            <ac:spMk id="6" creationId="{B7981951-8E9D-A4EA-02E0-77CE31CE2A23}"/>
          </ac:spMkLst>
        </pc:spChg>
        <pc:spChg chg="add">
          <ac:chgData name="Sanjeewa Kumara Narayana Narayana Mudiyanselage" userId="96a6db12-3713-4001-bd3f-0c7660fdb900" providerId="ADAL" clId="{001AC1CD-D0A6-504B-B3C8-0BDC0EF312A5}" dt="2025-11-20T13:56:51.215" v="1354" actId="26606"/>
          <ac:spMkLst>
            <pc:docMk/>
            <pc:sldMk cId="708949113" sldId="283"/>
            <ac:spMk id="12" creationId="{19F9BF86-FE94-4517-B97D-026C7515E589}"/>
          </ac:spMkLst>
        </pc:spChg>
        <pc:picChg chg="add mod">
          <ac:chgData name="Sanjeewa Kumara Narayana Narayana Mudiyanselage" userId="96a6db12-3713-4001-bd3f-0c7660fdb900" providerId="ADAL" clId="{001AC1CD-D0A6-504B-B3C8-0BDC0EF312A5}" dt="2025-11-20T13:56:51.215" v="1354" actId="26606"/>
          <ac:picMkLst>
            <pc:docMk/>
            <pc:sldMk cId="708949113" sldId="283"/>
            <ac:picMk id="5" creationId="{395DB9D1-C96F-A4DE-38DD-45713F63758A}"/>
          </ac:picMkLst>
        </pc:picChg>
        <pc:cxnChg chg="add">
          <ac:chgData name="Sanjeewa Kumara Narayana Narayana Mudiyanselage" userId="96a6db12-3713-4001-bd3f-0c7660fdb900" providerId="ADAL" clId="{001AC1CD-D0A6-504B-B3C8-0BDC0EF312A5}" dt="2025-11-20T13:56:51.215" v="1354" actId="26606"/>
          <ac:cxnSpMkLst>
            <pc:docMk/>
            <pc:sldMk cId="708949113" sldId="283"/>
            <ac:cxnSpMk id="10" creationId="{118E06E4-607B-144B-382B-AD3D06B1EE8C}"/>
          </ac:cxnSpMkLst>
        </pc:cxnChg>
        <pc:cxnChg chg="add">
          <ac:chgData name="Sanjeewa Kumara Narayana Narayana Mudiyanselage" userId="96a6db12-3713-4001-bd3f-0c7660fdb900" providerId="ADAL" clId="{001AC1CD-D0A6-504B-B3C8-0BDC0EF312A5}" dt="2025-11-20T13:56:51.215" v="1354" actId="26606"/>
          <ac:cxnSpMkLst>
            <pc:docMk/>
            <pc:sldMk cId="708949113" sldId="283"/>
            <ac:cxnSpMk id="14" creationId="{8CED01B4-40F2-4CAE-8062-1D4CE8454C35}"/>
          </ac:cxnSpMkLst>
        </pc:cxnChg>
      </pc:sldChg>
      <pc:sldMasterChg chg="del delSldLayout">
        <pc:chgData name="Sanjeewa Kumara Narayana Narayana Mudiyanselage" userId="96a6db12-3713-4001-bd3f-0c7660fdb900" providerId="ADAL" clId="{001AC1CD-D0A6-504B-B3C8-0BDC0EF312A5}" dt="2025-11-19T23:02:59.802" v="34" actId="26606"/>
        <pc:sldMasterMkLst>
          <pc:docMk/>
          <pc:sldMasterMk cId="3895314547" sldId="2147484251"/>
        </pc:sldMasterMkLst>
        <pc:sldLayoutChg chg="del">
          <pc:chgData name="Sanjeewa Kumara Narayana Narayana Mudiyanselage" userId="96a6db12-3713-4001-bd3f-0c7660fdb900" providerId="ADAL" clId="{001AC1CD-D0A6-504B-B3C8-0BDC0EF312A5}" dt="2025-11-19T23:02:59.802" v="34" actId="26606"/>
          <pc:sldLayoutMkLst>
            <pc:docMk/>
            <pc:sldMasterMk cId="3895314547" sldId="2147484251"/>
            <pc:sldLayoutMk cId="4276813736" sldId="2147484252"/>
          </pc:sldLayoutMkLst>
        </pc:sldLayoutChg>
        <pc:sldLayoutChg chg="del">
          <pc:chgData name="Sanjeewa Kumara Narayana Narayana Mudiyanselage" userId="96a6db12-3713-4001-bd3f-0c7660fdb900" providerId="ADAL" clId="{001AC1CD-D0A6-504B-B3C8-0BDC0EF312A5}" dt="2025-11-19T23:02:59.802" v="34" actId="26606"/>
          <pc:sldLayoutMkLst>
            <pc:docMk/>
            <pc:sldMasterMk cId="3895314547" sldId="2147484251"/>
            <pc:sldLayoutMk cId="1431446090" sldId="2147484253"/>
          </pc:sldLayoutMkLst>
        </pc:sldLayoutChg>
        <pc:sldLayoutChg chg="del">
          <pc:chgData name="Sanjeewa Kumara Narayana Narayana Mudiyanselage" userId="96a6db12-3713-4001-bd3f-0c7660fdb900" providerId="ADAL" clId="{001AC1CD-D0A6-504B-B3C8-0BDC0EF312A5}" dt="2025-11-19T23:02:59.802" v="34" actId="26606"/>
          <pc:sldLayoutMkLst>
            <pc:docMk/>
            <pc:sldMasterMk cId="3895314547" sldId="2147484251"/>
            <pc:sldLayoutMk cId="4176863343" sldId="2147484254"/>
          </pc:sldLayoutMkLst>
        </pc:sldLayoutChg>
        <pc:sldLayoutChg chg="del">
          <pc:chgData name="Sanjeewa Kumara Narayana Narayana Mudiyanselage" userId="96a6db12-3713-4001-bd3f-0c7660fdb900" providerId="ADAL" clId="{001AC1CD-D0A6-504B-B3C8-0BDC0EF312A5}" dt="2025-11-19T23:02:59.802" v="34" actId="26606"/>
          <pc:sldLayoutMkLst>
            <pc:docMk/>
            <pc:sldMasterMk cId="3895314547" sldId="2147484251"/>
            <pc:sldLayoutMk cId="3230811135" sldId="2147484255"/>
          </pc:sldLayoutMkLst>
        </pc:sldLayoutChg>
        <pc:sldLayoutChg chg="del">
          <pc:chgData name="Sanjeewa Kumara Narayana Narayana Mudiyanselage" userId="96a6db12-3713-4001-bd3f-0c7660fdb900" providerId="ADAL" clId="{001AC1CD-D0A6-504B-B3C8-0BDC0EF312A5}" dt="2025-11-19T23:02:59.802" v="34" actId="26606"/>
          <pc:sldLayoutMkLst>
            <pc:docMk/>
            <pc:sldMasterMk cId="3895314547" sldId="2147484251"/>
            <pc:sldLayoutMk cId="1336997125" sldId="2147484256"/>
          </pc:sldLayoutMkLst>
        </pc:sldLayoutChg>
        <pc:sldLayoutChg chg="del">
          <pc:chgData name="Sanjeewa Kumara Narayana Narayana Mudiyanselage" userId="96a6db12-3713-4001-bd3f-0c7660fdb900" providerId="ADAL" clId="{001AC1CD-D0A6-504B-B3C8-0BDC0EF312A5}" dt="2025-11-19T23:02:59.802" v="34" actId="26606"/>
          <pc:sldLayoutMkLst>
            <pc:docMk/>
            <pc:sldMasterMk cId="3895314547" sldId="2147484251"/>
            <pc:sldLayoutMk cId="1800278347" sldId="2147484257"/>
          </pc:sldLayoutMkLst>
        </pc:sldLayoutChg>
        <pc:sldLayoutChg chg="del">
          <pc:chgData name="Sanjeewa Kumara Narayana Narayana Mudiyanselage" userId="96a6db12-3713-4001-bd3f-0c7660fdb900" providerId="ADAL" clId="{001AC1CD-D0A6-504B-B3C8-0BDC0EF312A5}" dt="2025-11-19T23:02:59.802" v="34" actId="26606"/>
          <pc:sldLayoutMkLst>
            <pc:docMk/>
            <pc:sldMasterMk cId="3895314547" sldId="2147484251"/>
            <pc:sldLayoutMk cId="4232979157" sldId="2147484258"/>
          </pc:sldLayoutMkLst>
        </pc:sldLayoutChg>
        <pc:sldLayoutChg chg="del">
          <pc:chgData name="Sanjeewa Kumara Narayana Narayana Mudiyanselage" userId="96a6db12-3713-4001-bd3f-0c7660fdb900" providerId="ADAL" clId="{001AC1CD-D0A6-504B-B3C8-0BDC0EF312A5}" dt="2025-11-19T23:02:59.802" v="34" actId="26606"/>
          <pc:sldLayoutMkLst>
            <pc:docMk/>
            <pc:sldMasterMk cId="3895314547" sldId="2147484251"/>
            <pc:sldLayoutMk cId="1094316710" sldId="2147484259"/>
          </pc:sldLayoutMkLst>
        </pc:sldLayoutChg>
        <pc:sldLayoutChg chg="del">
          <pc:chgData name="Sanjeewa Kumara Narayana Narayana Mudiyanselage" userId="96a6db12-3713-4001-bd3f-0c7660fdb900" providerId="ADAL" clId="{001AC1CD-D0A6-504B-B3C8-0BDC0EF312A5}" dt="2025-11-19T23:02:59.802" v="34" actId="26606"/>
          <pc:sldLayoutMkLst>
            <pc:docMk/>
            <pc:sldMasterMk cId="3895314547" sldId="2147484251"/>
            <pc:sldLayoutMk cId="2517903012" sldId="2147484260"/>
          </pc:sldLayoutMkLst>
        </pc:sldLayoutChg>
        <pc:sldLayoutChg chg="del">
          <pc:chgData name="Sanjeewa Kumara Narayana Narayana Mudiyanselage" userId="96a6db12-3713-4001-bd3f-0c7660fdb900" providerId="ADAL" clId="{001AC1CD-D0A6-504B-B3C8-0BDC0EF312A5}" dt="2025-11-19T23:02:59.802" v="34" actId="26606"/>
          <pc:sldLayoutMkLst>
            <pc:docMk/>
            <pc:sldMasterMk cId="3895314547" sldId="2147484251"/>
            <pc:sldLayoutMk cId="3188975024" sldId="2147484261"/>
          </pc:sldLayoutMkLst>
        </pc:sldLayoutChg>
        <pc:sldLayoutChg chg="del">
          <pc:chgData name="Sanjeewa Kumara Narayana Narayana Mudiyanselage" userId="96a6db12-3713-4001-bd3f-0c7660fdb900" providerId="ADAL" clId="{001AC1CD-D0A6-504B-B3C8-0BDC0EF312A5}" dt="2025-11-19T23:02:59.802" v="34" actId="26606"/>
          <pc:sldLayoutMkLst>
            <pc:docMk/>
            <pc:sldMasterMk cId="3895314547" sldId="2147484251"/>
            <pc:sldLayoutMk cId="2443497252" sldId="2147484262"/>
          </pc:sldLayoutMkLst>
        </pc:sldLayoutChg>
        <pc:sldLayoutChg chg="del">
          <pc:chgData name="Sanjeewa Kumara Narayana Narayana Mudiyanselage" userId="96a6db12-3713-4001-bd3f-0c7660fdb900" providerId="ADAL" clId="{001AC1CD-D0A6-504B-B3C8-0BDC0EF312A5}" dt="2025-11-19T23:02:59.802" v="34" actId="26606"/>
          <pc:sldLayoutMkLst>
            <pc:docMk/>
            <pc:sldMasterMk cId="3895314547" sldId="2147484251"/>
            <pc:sldLayoutMk cId="982937599" sldId="2147484263"/>
          </pc:sldLayoutMkLst>
        </pc:sldLayoutChg>
        <pc:sldLayoutChg chg="del">
          <pc:chgData name="Sanjeewa Kumara Narayana Narayana Mudiyanselage" userId="96a6db12-3713-4001-bd3f-0c7660fdb900" providerId="ADAL" clId="{001AC1CD-D0A6-504B-B3C8-0BDC0EF312A5}" dt="2025-11-19T23:02:59.802" v="34" actId="26606"/>
          <pc:sldLayoutMkLst>
            <pc:docMk/>
            <pc:sldMasterMk cId="3895314547" sldId="2147484251"/>
            <pc:sldLayoutMk cId="3937945422" sldId="2147484264"/>
          </pc:sldLayoutMkLst>
        </pc:sldLayoutChg>
        <pc:sldLayoutChg chg="del">
          <pc:chgData name="Sanjeewa Kumara Narayana Narayana Mudiyanselage" userId="96a6db12-3713-4001-bd3f-0c7660fdb900" providerId="ADAL" clId="{001AC1CD-D0A6-504B-B3C8-0BDC0EF312A5}" dt="2025-11-19T23:02:59.802" v="34" actId="26606"/>
          <pc:sldLayoutMkLst>
            <pc:docMk/>
            <pc:sldMasterMk cId="3895314547" sldId="2147484251"/>
            <pc:sldLayoutMk cId="2018474782" sldId="2147484265"/>
          </pc:sldLayoutMkLst>
        </pc:sldLayoutChg>
        <pc:sldLayoutChg chg="del">
          <pc:chgData name="Sanjeewa Kumara Narayana Narayana Mudiyanselage" userId="96a6db12-3713-4001-bd3f-0c7660fdb900" providerId="ADAL" clId="{001AC1CD-D0A6-504B-B3C8-0BDC0EF312A5}" dt="2025-11-19T23:02:59.802" v="34" actId="26606"/>
          <pc:sldLayoutMkLst>
            <pc:docMk/>
            <pc:sldMasterMk cId="3895314547" sldId="2147484251"/>
            <pc:sldLayoutMk cId="1600366000" sldId="2147484266"/>
          </pc:sldLayoutMkLst>
        </pc:sldLayoutChg>
        <pc:sldLayoutChg chg="del">
          <pc:chgData name="Sanjeewa Kumara Narayana Narayana Mudiyanselage" userId="96a6db12-3713-4001-bd3f-0c7660fdb900" providerId="ADAL" clId="{001AC1CD-D0A6-504B-B3C8-0BDC0EF312A5}" dt="2025-11-19T23:02:59.802" v="34" actId="26606"/>
          <pc:sldLayoutMkLst>
            <pc:docMk/>
            <pc:sldMasterMk cId="3895314547" sldId="2147484251"/>
            <pc:sldLayoutMk cId="1126083595" sldId="2147484267"/>
          </pc:sldLayoutMkLst>
        </pc:sldLayoutChg>
        <pc:sldLayoutChg chg="del">
          <pc:chgData name="Sanjeewa Kumara Narayana Narayana Mudiyanselage" userId="96a6db12-3713-4001-bd3f-0c7660fdb900" providerId="ADAL" clId="{001AC1CD-D0A6-504B-B3C8-0BDC0EF312A5}" dt="2025-11-19T23:02:59.802" v="34" actId="26606"/>
          <pc:sldLayoutMkLst>
            <pc:docMk/>
            <pc:sldMasterMk cId="3895314547" sldId="2147484251"/>
            <pc:sldLayoutMk cId="2888983759" sldId="2147484268"/>
          </pc:sldLayoutMkLst>
        </pc:sldLayoutChg>
      </pc:sldMasterChg>
      <pc:sldMasterChg chg="modSp add addSldLayout modSldLayout">
        <pc:chgData name="Sanjeewa Kumara Narayana Narayana Mudiyanselage" userId="96a6db12-3713-4001-bd3f-0c7660fdb900" providerId="ADAL" clId="{001AC1CD-D0A6-504B-B3C8-0BDC0EF312A5}" dt="2025-11-19T23:26:44.611" v="45"/>
        <pc:sldMasterMkLst>
          <pc:docMk/>
          <pc:sldMasterMk cId="507339434" sldId="2147484302"/>
        </pc:sldMasterMkLst>
        <pc:spChg chg="mod">
          <ac:chgData name="Sanjeewa Kumara Narayana Narayana Mudiyanselage" userId="96a6db12-3713-4001-bd3f-0c7660fdb900" providerId="ADAL" clId="{001AC1CD-D0A6-504B-B3C8-0BDC0EF312A5}" dt="2025-11-19T23:26:44.611" v="45"/>
          <ac:spMkLst>
            <pc:docMk/>
            <pc:sldMasterMk cId="507339434" sldId="2147484302"/>
            <ac:spMk id="2" creationId="{1AB4E786-7636-4278-8595-D365D28A796A}"/>
          </ac:spMkLst>
        </pc:spChg>
        <pc:spChg chg="mod">
          <ac:chgData name="Sanjeewa Kumara Narayana Narayana Mudiyanselage" userId="96a6db12-3713-4001-bd3f-0c7660fdb900" providerId="ADAL" clId="{001AC1CD-D0A6-504B-B3C8-0BDC0EF312A5}" dt="2025-11-19T23:26:44.611" v="45"/>
          <ac:spMkLst>
            <pc:docMk/>
            <pc:sldMasterMk cId="507339434" sldId="2147484302"/>
            <ac:spMk id="3" creationId="{EA740849-7059-4C70-992B-5304D2EE9BAB}"/>
          </ac:spMkLst>
        </pc:spChg>
        <pc:spChg chg="mod">
          <ac:chgData name="Sanjeewa Kumara Narayana Narayana Mudiyanselage" userId="96a6db12-3713-4001-bd3f-0c7660fdb900" providerId="ADAL" clId="{001AC1CD-D0A6-504B-B3C8-0BDC0EF312A5}" dt="2025-11-19T23:26:44.611" v="45"/>
          <ac:spMkLst>
            <pc:docMk/>
            <pc:sldMasterMk cId="507339434" sldId="2147484302"/>
            <ac:spMk id="4" creationId="{D09FEBF6-CEA6-4332-87B3-697807571C84}"/>
          </ac:spMkLst>
        </pc:spChg>
        <pc:spChg chg="mod">
          <ac:chgData name="Sanjeewa Kumara Narayana Narayana Mudiyanselage" userId="96a6db12-3713-4001-bd3f-0c7660fdb900" providerId="ADAL" clId="{001AC1CD-D0A6-504B-B3C8-0BDC0EF312A5}" dt="2025-11-19T23:26:44.611" v="45"/>
          <ac:spMkLst>
            <pc:docMk/>
            <pc:sldMasterMk cId="507339434" sldId="2147484302"/>
            <ac:spMk id="5" creationId="{BC6BAF94-621C-43E1-BA0C-410A6899031B}"/>
          </ac:spMkLst>
        </pc:spChg>
        <pc:spChg chg="mod">
          <ac:chgData name="Sanjeewa Kumara Narayana Narayana Mudiyanselage" userId="96a6db12-3713-4001-bd3f-0c7660fdb900" providerId="ADAL" clId="{001AC1CD-D0A6-504B-B3C8-0BDC0EF312A5}" dt="2025-11-19T23:26:44.611" v="45"/>
          <ac:spMkLst>
            <pc:docMk/>
            <pc:sldMasterMk cId="507339434" sldId="2147484302"/>
            <ac:spMk id="6" creationId="{137D19E5-9E16-48C9-AAE2-0C70679A8D7B}"/>
          </ac:spMkLst>
        </pc:spChg>
        <pc:cxnChg chg="mod">
          <ac:chgData name="Sanjeewa Kumara Narayana Narayana Mudiyanselage" userId="96a6db12-3713-4001-bd3f-0c7660fdb900" providerId="ADAL" clId="{001AC1CD-D0A6-504B-B3C8-0BDC0EF312A5}" dt="2025-11-19T23:26:44.611" v="45"/>
          <ac:cxnSpMkLst>
            <pc:docMk/>
            <pc:sldMasterMk cId="507339434" sldId="2147484302"/>
            <ac:cxnSpMk id="9" creationId="{118E06E4-607B-144B-382B-AD3D06B1EE8C}"/>
          </ac:cxnSpMkLst>
        </pc:cxnChg>
        <pc:sldLayoutChg chg="modSp add">
          <pc:chgData name="Sanjeewa Kumara Narayana Narayana Mudiyanselage" userId="96a6db12-3713-4001-bd3f-0c7660fdb900" providerId="ADAL" clId="{001AC1CD-D0A6-504B-B3C8-0BDC0EF312A5}" dt="2025-11-19T23:26:44.611" v="45"/>
          <pc:sldLayoutMkLst>
            <pc:docMk/>
            <pc:sldMasterMk cId="507339434" sldId="2147484302"/>
            <pc:sldLayoutMk cId="3532716390" sldId="2147484291"/>
          </pc:sldLayoutMkLst>
          <pc:spChg chg="mod">
            <ac:chgData name="Sanjeewa Kumara Narayana Narayana Mudiyanselage" userId="96a6db12-3713-4001-bd3f-0c7660fdb900" providerId="ADAL" clId="{001AC1CD-D0A6-504B-B3C8-0BDC0EF312A5}" dt="2025-11-19T23:26:44.611" v="45"/>
            <ac:spMkLst>
              <pc:docMk/>
              <pc:sldMasterMk cId="507339434" sldId="2147484302"/>
              <pc:sldLayoutMk cId="3532716390" sldId="2147484291"/>
              <ac:spMk id="3" creationId="{2EE17E00-96AC-45F0-82B2-9F601E9B93C2}"/>
            </ac:spMkLst>
          </pc:spChg>
          <pc:spChg chg="mod">
            <ac:chgData name="Sanjeewa Kumara Narayana Narayana Mudiyanselage" userId="96a6db12-3713-4001-bd3f-0c7660fdb900" providerId="ADAL" clId="{001AC1CD-D0A6-504B-B3C8-0BDC0EF312A5}" dt="2025-11-19T23:26:44.611" v="45"/>
            <ac:spMkLst>
              <pc:docMk/>
              <pc:sldMasterMk cId="507339434" sldId="2147484302"/>
              <pc:sldLayoutMk cId="3532716390" sldId="2147484291"/>
              <ac:spMk id="4" creationId="{72BA30CD-95C0-427B-A571-A7D8A53278F4}"/>
            </ac:spMkLst>
          </pc:spChg>
        </pc:sldLayoutChg>
        <pc:sldLayoutChg chg="modSp add">
          <pc:chgData name="Sanjeewa Kumara Narayana Narayana Mudiyanselage" userId="96a6db12-3713-4001-bd3f-0c7660fdb900" providerId="ADAL" clId="{001AC1CD-D0A6-504B-B3C8-0BDC0EF312A5}" dt="2025-11-19T23:26:44.611" v="45"/>
          <pc:sldLayoutMkLst>
            <pc:docMk/>
            <pc:sldMasterMk cId="507339434" sldId="2147484302"/>
            <pc:sldLayoutMk cId="487385813" sldId="2147484292"/>
          </pc:sldLayoutMkLst>
          <pc:spChg chg="mod">
            <ac:chgData name="Sanjeewa Kumara Narayana Narayana Mudiyanselage" userId="96a6db12-3713-4001-bd3f-0c7660fdb900" providerId="ADAL" clId="{001AC1CD-D0A6-504B-B3C8-0BDC0EF312A5}" dt="2025-11-19T23:26:44.611" v="45"/>
            <ac:spMkLst>
              <pc:docMk/>
              <pc:sldMasterMk cId="507339434" sldId="2147484302"/>
              <pc:sldLayoutMk cId="487385813" sldId="2147484292"/>
              <ac:spMk id="2" creationId="{EA97B549-9E51-42E0-992A-73E775957773}"/>
            </ac:spMkLst>
          </pc:spChg>
          <pc:spChg chg="mod">
            <ac:chgData name="Sanjeewa Kumara Narayana Narayana Mudiyanselage" userId="96a6db12-3713-4001-bd3f-0c7660fdb900" providerId="ADAL" clId="{001AC1CD-D0A6-504B-B3C8-0BDC0EF312A5}" dt="2025-11-19T23:26:44.611" v="45"/>
            <ac:spMkLst>
              <pc:docMk/>
              <pc:sldMasterMk cId="507339434" sldId="2147484302"/>
              <pc:sldLayoutMk cId="487385813" sldId="2147484292"/>
              <ac:spMk id="3" creationId="{C81A5FDC-7C4B-45FB-8462-E2CE79919F33}"/>
            </ac:spMkLst>
          </pc:spChg>
          <pc:spChg chg="mod">
            <ac:chgData name="Sanjeewa Kumara Narayana Narayana Mudiyanselage" userId="96a6db12-3713-4001-bd3f-0c7660fdb900" providerId="ADAL" clId="{001AC1CD-D0A6-504B-B3C8-0BDC0EF312A5}" dt="2025-11-19T23:26:44.611" v="45"/>
            <ac:spMkLst>
              <pc:docMk/>
              <pc:sldMasterMk cId="507339434" sldId="2147484302"/>
              <pc:sldLayoutMk cId="487385813" sldId="2147484292"/>
              <ac:spMk id="4" creationId="{CBD8B686-2E92-45B9-A3D7-9DCAA0C50B36}"/>
            </ac:spMkLst>
          </pc:spChg>
          <pc:spChg chg="mod">
            <ac:chgData name="Sanjeewa Kumara Narayana Narayana Mudiyanselage" userId="96a6db12-3713-4001-bd3f-0c7660fdb900" providerId="ADAL" clId="{001AC1CD-D0A6-504B-B3C8-0BDC0EF312A5}" dt="2025-11-19T23:26:44.611" v="45"/>
            <ac:spMkLst>
              <pc:docMk/>
              <pc:sldMasterMk cId="507339434" sldId="2147484302"/>
              <pc:sldLayoutMk cId="487385813" sldId="2147484292"/>
              <ac:spMk id="5" creationId="{86ADB526-4A44-47B6-8D14-93202E590AA7}"/>
            </ac:spMkLst>
          </pc:spChg>
          <pc:spChg chg="mod">
            <ac:chgData name="Sanjeewa Kumara Narayana Narayana Mudiyanselage" userId="96a6db12-3713-4001-bd3f-0c7660fdb900" providerId="ADAL" clId="{001AC1CD-D0A6-504B-B3C8-0BDC0EF312A5}" dt="2025-11-19T23:26:44.611" v="45"/>
            <ac:spMkLst>
              <pc:docMk/>
              <pc:sldMasterMk cId="507339434" sldId="2147484302"/>
              <pc:sldLayoutMk cId="487385813" sldId="2147484292"/>
              <ac:spMk id="6" creationId="{574177CA-5C13-4311-BFD3-B98FBD942DA5}"/>
            </ac:spMkLst>
          </pc:spChg>
        </pc:sldLayoutChg>
        <pc:sldLayoutChg chg="add">
          <pc:chgData name="Sanjeewa Kumara Narayana Narayana Mudiyanselage" userId="96a6db12-3713-4001-bd3f-0c7660fdb900" providerId="ADAL" clId="{001AC1CD-D0A6-504B-B3C8-0BDC0EF312A5}" dt="2025-11-19T23:02:59.802" v="34" actId="26606"/>
          <pc:sldLayoutMkLst>
            <pc:docMk/>
            <pc:sldMasterMk cId="507339434" sldId="2147484302"/>
            <pc:sldLayoutMk cId="2566918291" sldId="2147484293"/>
          </pc:sldLayoutMkLst>
        </pc:sldLayoutChg>
        <pc:sldLayoutChg chg="modSp add">
          <pc:chgData name="Sanjeewa Kumara Narayana Narayana Mudiyanselage" userId="96a6db12-3713-4001-bd3f-0c7660fdb900" providerId="ADAL" clId="{001AC1CD-D0A6-504B-B3C8-0BDC0EF312A5}" dt="2025-11-19T23:26:44.611" v="45"/>
          <pc:sldLayoutMkLst>
            <pc:docMk/>
            <pc:sldMasterMk cId="507339434" sldId="2147484302"/>
            <pc:sldLayoutMk cId="1402929887" sldId="2147484294"/>
          </pc:sldLayoutMkLst>
          <pc:spChg chg="mod">
            <ac:chgData name="Sanjeewa Kumara Narayana Narayana Mudiyanselage" userId="96a6db12-3713-4001-bd3f-0c7660fdb900" providerId="ADAL" clId="{001AC1CD-D0A6-504B-B3C8-0BDC0EF312A5}" dt="2025-11-19T23:26:44.611" v="45"/>
            <ac:spMkLst>
              <pc:docMk/>
              <pc:sldMasterMk cId="507339434" sldId="2147484302"/>
              <pc:sldLayoutMk cId="1402929887" sldId="2147484294"/>
              <ac:spMk id="5" creationId="{149F9F0F-FB8C-5565-247C-BDCC156B5CAF}"/>
            </ac:spMkLst>
          </pc:spChg>
        </pc:sldLayoutChg>
        <pc:sldLayoutChg chg="modSp add">
          <pc:chgData name="Sanjeewa Kumara Narayana Narayana Mudiyanselage" userId="96a6db12-3713-4001-bd3f-0c7660fdb900" providerId="ADAL" clId="{001AC1CD-D0A6-504B-B3C8-0BDC0EF312A5}" dt="2025-11-19T23:26:44.611" v="45"/>
          <pc:sldLayoutMkLst>
            <pc:docMk/>
            <pc:sldMasterMk cId="507339434" sldId="2147484302"/>
            <pc:sldLayoutMk cId="941180168" sldId="2147484295"/>
          </pc:sldLayoutMkLst>
          <pc:spChg chg="mod">
            <ac:chgData name="Sanjeewa Kumara Narayana Narayana Mudiyanselage" userId="96a6db12-3713-4001-bd3f-0c7660fdb900" providerId="ADAL" clId="{001AC1CD-D0A6-504B-B3C8-0BDC0EF312A5}" dt="2025-11-19T23:26:44.611" v="45"/>
            <ac:spMkLst>
              <pc:docMk/>
              <pc:sldMasterMk cId="507339434" sldId="2147484302"/>
              <pc:sldLayoutMk cId="941180168" sldId="2147484295"/>
              <ac:spMk id="2" creationId="{2F08CDF8-00AD-4441-A6D5-9D7A659EB6C0}"/>
            </ac:spMkLst>
          </pc:spChg>
          <pc:spChg chg="mod">
            <ac:chgData name="Sanjeewa Kumara Narayana Narayana Mudiyanselage" userId="96a6db12-3713-4001-bd3f-0c7660fdb900" providerId="ADAL" clId="{001AC1CD-D0A6-504B-B3C8-0BDC0EF312A5}" dt="2025-11-19T23:26:44.611" v="45"/>
            <ac:spMkLst>
              <pc:docMk/>
              <pc:sldMasterMk cId="507339434" sldId="2147484302"/>
              <pc:sldLayoutMk cId="941180168" sldId="2147484295"/>
              <ac:spMk id="3" creationId="{28C330AF-CB7E-420A-AE8A-E02E90325885}"/>
            </ac:spMkLst>
          </pc:spChg>
          <pc:spChg chg="mod">
            <ac:chgData name="Sanjeewa Kumara Narayana Narayana Mudiyanselage" userId="96a6db12-3713-4001-bd3f-0c7660fdb900" providerId="ADAL" clId="{001AC1CD-D0A6-504B-B3C8-0BDC0EF312A5}" dt="2025-11-19T23:26:44.611" v="45"/>
            <ac:spMkLst>
              <pc:docMk/>
              <pc:sldMasterMk cId="507339434" sldId="2147484302"/>
              <pc:sldLayoutMk cId="941180168" sldId="2147484295"/>
              <ac:spMk id="4" creationId="{F43257AD-2422-4CDA-9C55-700F4B5BF251}"/>
            </ac:spMkLst>
          </pc:spChg>
        </pc:sldLayoutChg>
        <pc:sldLayoutChg chg="modSp add">
          <pc:chgData name="Sanjeewa Kumara Narayana Narayana Mudiyanselage" userId="96a6db12-3713-4001-bd3f-0c7660fdb900" providerId="ADAL" clId="{001AC1CD-D0A6-504B-B3C8-0BDC0EF312A5}" dt="2025-11-19T23:26:44.611" v="45"/>
          <pc:sldLayoutMkLst>
            <pc:docMk/>
            <pc:sldMasterMk cId="507339434" sldId="2147484302"/>
            <pc:sldLayoutMk cId="1571029300" sldId="2147484296"/>
          </pc:sldLayoutMkLst>
          <pc:spChg chg="mod">
            <ac:chgData name="Sanjeewa Kumara Narayana Narayana Mudiyanselage" userId="96a6db12-3713-4001-bd3f-0c7660fdb900" providerId="ADAL" clId="{001AC1CD-D0A6-504B-B3C8-0BDC0EF312A5}" dt="2025-11-19T23:26:44.611" v="45"/>
            <ac:spMkLst>
              <pc:docMk/>
              <pc:sldMasterMk cId="507339434" sldId="2147484302"/>
              <pc:sldLayoutMk cId="1571029300" sldId="2147484296"/>
              <ac:spMk id="2" creationId="{1231647F-5A61-44C9-81DC-331C9AE5DDAE}"/>
            </ac:spMkLst>
          </pc:spChg>
          <pc:spChg chg="mod">
            <ac:chgData name="Sanjeewa Kumara Narayana Narayana Mudiyanselage" userId="96a6db12-3713-4001-bd3f-0c7660fdb900" providerId="ADAL" clId="{001AC1CD-D0A6-504B-B3C8-0BDC0EF312A5}" dt="2025-11-19T23:26:44.611" v="45"/>
            <ac:spMkLst>
              <pc:docMk/>
              <pc:sldMasterMk cId="507339434" sldId="2147484302"/>
              <pc:sldLayoutMk cId="1571029300" sldId="2147484296"/>
              <ac:spMk id="3" creationId="{31627A0F-F1B8-49BE-A0FF-7FE16E3BDCC1}"/>
            </ac:spMkLst>
          </pc:spChg>
          <pc:spChg chg="mod">
            <ac:chgData name="Sanjeewa Kumara Narayana Narayana Mudiyanselage" userId="96a6db12-3713-4001-bd3f-0c7660fdb900" providerId="ADAL" clId="{001AC1CD-D0A6-504B-B3C8-0BDC0EF312A5}" dt="2025-11-19T23:26:44.611" v="45"/>
            <ac:spMkLst>
              <pc:docMk/>
              <pc:sldMasterMk cId="507339434" sldId="2147484302"/>
              <pc:sldLayoutMk cId="1571029300" sldId="2147484296"/>
              <ac:spMk id="4" creationId="{C86D1BD6-1519-4431-9FAF-7D4F4129972C}"/>
            </ac:spMkLst>
          </pc:spChg>
        </pc:sldLayoutChg>
        <pc:sldLayoutChg chg="add">
          <pc:chgData name="Sanjeewa Kumara Narayana Narayana Mudiyanselage" userId="96a6db12-3713-4001-bd3f-0c7660fdb900" providerId="ADAL" clId="{001AC1CD-D0A6-504B-B3C8-0BDC0EF312A5}" dt="2025-11-19T23:02:59.802" v="34" actId="26606"/>
          <pc:sldLayoutMkLst>
            <pc:docMk/>
            <pc:sldMasterMk cId="507339434" sldId="2147484302"/>
            <pc:sldLayoutMk cId="3014288334" sldId="2147484297"/>
          </pc:sldLayoutMkLst>
        </pc:sldLayoutChg>
        <pc:sldLayoutChg chg="modSp add">
          <pc:chgData name="Sanjeewa Kumara Narayana Narayana Mudiyanselage" userId="96a6db12-3713-4001-bd3f-0c7660fdb900" providerId="ADAL" clId="{001AC1CD-D0A6-504B-B3C8-0BDC0EF312A5}" dt="2025-11-19T23:26:44.611" v="45"/>
          <pc:sldLayoutMkLst>
            <pc:docMk/>
            <pc:sldMasterMk cId="507339434" sldId="2147484302"/>
            <pc:sldLayoutMk cId="3243394811" sldId="2147484298"/>
          </pc:sldLayoutMkLst>
          <pc:spChg chg="mod">
            <ac:chgData name="Sanjeewa Kumara Narayana Narayana Mudiyanselage" userId="96a6db12-3713-4001-bd3f-0c7660fdb900" providerId="ADAL" clId="{001AC1CD-D0A6-504B-B3C8-0BDC0EF312A5}" dt="2025-11-19T23:26:44.611" v="45"/>
            <ac:spMkLst>
              <pc:docMk/>
              <pc:sldMasterMk cId="507339434" sldId="2147484302"/>
              <pc:sldLayoutMk cId="3243394811" sldId="2147484298"/>
              <ac:spMk id="2" creationId="{6EB09414-2AA1-4D8E-A00A-C092FBC92D91}"/>
            </ac:spMkLst>
          </pc:spChg>
          <pc:spChg chg="mod">
            <ac:chgData name="Sanjeewa Kumara Narayana Narayana Mudiyanselage" userId="96a6db12-3713-4001-bd3f-0c7660fdb900" providerId="ADAL" clId="{001AC1CD-D0A6-504B-B3C8-0BDC0EF312A5}" dt="2025-11-19T23:26:44.611" v="45"/>
            <ac:spMkLst>
              <pc:docMk/>
              <pc:sldMasterMk cId="507339434" sldId="2147484302"/>
              <pc:sldLayoutMk cId="3243394811" sldId="2147484298"/>
              <ac:spMk id="3" creationId="{D42C3A78-37C5-46D0-9DF4-CB78AF883C2C}"/>
            </ac:spMkLst>
          </pc:spChg>
          <pc:spChg chg="mod">
            <ac:chgData name="Sanjeewa Kumara Narayana Narayana Mudiyanselage" userId="96a6db12-3713-4001-bd3f-0c7660fdb900" providerId="ADAL" clId="{001AC1CD-D0A6-504B-B3C8-0BDC0EF312A5}" dt="2025-11-19T23:26:44.611" v="45"/>
            <ac:spMkLst>
              <pc:docMk/>
              <pc:sldMasterMk cId="507339434" sldId="2147484302"/>
              <pc:sldLayoutMk cId="3243394811" sldId="2147484298"/>
              <ac:spMk id="10" creationId="{31CB3635-47E1-90D8-B693-DA85A66B3831}"/>
            </ac:spMkLst>
          </pc:spChg>
          <pc:cxnChg chg="mod">
            <ac:chgData name="Sanjeewa Kumara Narayana Narayana Mudiyanselage" userId="96a6db12-3713-4001-bd3f-0c7660fdb900" providerId="ADAL" clId="{001AC1CD-D0A6-504B-B3C8-0BDC0EF312A5}" dt="2025-11-19T23:26:44.611" v="45"/>
            <ac:cxnSpMkLst>
              <pc:docMk/>
              <pc:sldMasterMk cId="507339434" sldId="2147484302"/>
              <pc:sldLayoutMk cId="3243394811" sldId="2147484298"/>
              <ac:cxnSpMk id="7" creationId="{3230604F-219C-2DEE-830E-27274CC2FE19}"/>
            </ac:cxnSpMkLst>
          </pc:cxnChg>
        </pc:sldLayoutChg>
        <pc:sldLayoutChg chg="modSp add">
          <pc:chgData name="Sanjeewa Kumara Narayana Narayana Mudiyanselage" userId="96a6db12-3713-4001-bd3f-0c7660fdb900" providerId="ADAL" clId="{001AC1CD-D0A6-504B-B3C8-0BDC0EF312A5}" dt="2025-11-19T23:26:44.611" v="45"/>
          <pc:sldLayoutMkLst>
            <pc:docMk/>
            <pc:sldMasterMk cId="507339434" sldId="2147484302"/>
            <pc:sldLayoutMk cId="1664531481" sldId="2147484299"/>
          </pc:sldLayoutMkLst>
          <pc:spChg chg="mod">
            <ac:chgData name="Sanjeewa Kumara Narayana Narayana Mudiyanselage" userId="96a6db12-3713-4001-bd3f-0c7660fdb900" providerId="ADAL" clId="{001AC1CD-D0A6-504B-B3C8-0BDC0EF312A5}" dt="2025-11-19T23:26:44.611" v="45"/>
            <ac:spMkLst>
              <pc:docMk/>
              <pc:sldMasterMk cId="507339434" sldId="2147484302"/>
              <pc:sldLayoutMk cId="1664531481" sldId="2147484299"/>
              <ac:spMk id="2" creationId="{B345610A-17B4-4656-93CF-E1D9982860F7}"/>
            </ac:spMkLst>
          </pc:spChg>
          <pc:spChg chg="mod">
            <ac:chgData name="Sanjeewa Kumara Narayana Narayana Mudiyanselage" userId="96a6db12-3713-4001-bd3f-0c7660fdb900" providerId="ADAL" clId="{001AC1CD-D0A6-504B-B3C8-0BDC0EF312A5}" dt="2025-11-19T23:26:44.611" v="45"/>
            <ac:spMkLst>
              <pc:docMk/>
              <pc:sldMasterMk cId="507339434" sldId="2147484302"/>
              <pc:sldLayoutMk cId="1664531481" sldId="2147484299"/>
              <ac:spMk id="3" creationId="{A451C80B-DFD6-415B-BA5B-E56E510CD12B}"/>
            </ac:spMkLst>
          </pc:spChg>
        </pc:sldLayoutChg>
        <pc:sldLayoutChg chg="add">
          <pc:chgData name="Sanjeewa Kumara Narayana Narayana Mudiyanselage" userId="96a6db12-3713-4001-bd3f-0c7660fdb900" providerId="ADAL" clId="{001AC1CD-D0A6-504B-B3C8-0BDC0EF312A5}" dt="2025-11-19T23:02:59.802" v="34" actId="26606"/>
          <pc:sldLayoutMkLst>
            <pc:docMk/>
            <pc:sldMasterMk cId="507339434" sldId="2147484302"/>
            <pc:sldLayoutMk cId="3153238639" sldId="2147484300"/>
          </pc:sldLayoutMkLst>
        </pc:sldLayoutChg>
        <pc:sldLayoutChg chg="modSp add">
          <pc:chgData name="Sanjeewa Kumara Narayana Narayana Mudiyanselage" userId="96a6db12-3713-4001-bd3f-0c7660fdb900" providerId="ADAL" clId="{001AC1CD-D0A6-504B-B3C8-0BDC0EF312A5}" dt="2025-11-19T23:26:44.611" v="45"/>
          <pc:sldLayoutMkLst>
            <pc:docMk/>
            <pc:sldMasterMk cId="507339434" sldId="2147484302"/>
            <pc:sldLayoutMk cId="1321880000" sldId="2147484301"/>
          </pc:sldLayoutMkLst>
          <pc:spChg chg="mod">
            <ac:chgData name="Sanjeewa Kumara Narayana Narayana Mudiyanselage" userId="96a6db12-3713-4001-bd3f-0c7660fdb900" providerId="ADAL" clId="{001AC1CD-D0A6-504B-B3C8-0BDC0EF312A5}" dt="2025-11-19T23:26:44.611" v="45"/>
            <ac:spMkLst>
              <pc:docMk/>
              <pc:sldMasterMk cId="507339434" sldId="2147484302"/>
              <pc:sldLayoutMk cId="1321880000" sldId="2147484301"/>
              <ac:spMk id="2" creationId="{16C78885-57B2-4930-BD7D-CBF916EDF1C6}"/>
            </ac:spMkLst>
          </pc:spChg>
          <pc:spChg chg="mod">
            <ac:chgData name="Sanjeewa Kumara Narayana Narayana Mudiyanselage" userId="96a6db12-3713-4001-bd3f-0c7660fdb900" providerId="ADAL" clId="{001AC1CD-D0A6-504B-B3C8-0BDC0EF312A5}" dt="2025-11-19T23:26:44.611" v="45"/>
            <ac:spMkLst>
              <pc:docMk/>
              <pc:sldMasterMk cId="507339434" sldId="2147484302"/>
              <pc:sldLayoutMk cId="1321880000" sldId="2147484301"/>
              <ac:spMk id="3" creationId="{9BE495E4-2F8B-4CC7-88AC-A312067E60D2}"/>
            </ac:spMkLst>
          </pc:spChg>
          <pc:spChg chg="mod">
            <ac:chgData name="Sanjeewa Kumara Narayana Narayana Mudiyanselage" userId="96a6db12-3713-4001-bd3f-0c7660fdb900" providerId="ADAL" clId="{001AC1CD-D0A6-504B-B3C8-0BDC0EF312A5}" dt="2025-11-19T23:26:44.611" v="45"/>
            <ac:spMkLst>
              <pc:docMk/>
              <pc:sldMasterMk cId="507339434" sldId="2147484302"/>
              <pc:sldLayoutMk cId="1321880000" sldId="2147484301"/>
              <ac:spMk id="8" creationId="{71BB59B6-79B9-97F5-AC3B-DF65899D39D8}"/>
            </ac:spMkLst>
          </pc:spChg>
          <pc:cxnChg chg="mod">
            <ac:chgData name="Sanjeewa Kumara Narayana Narayana Mudiyanselage" userId="96a6db12-3713-4001-bd3f-0c7660fdb900" providerId="ADAL" clId="{001AC1CD-D0A6-504B-B3C8-0BDC0EF312A5}" dt="2025-11-19T23:26:44.611" v="45"/>
            <ac:cxnSpMkLst>
              <pc:docMk/>
              <pc:sldMasterMk cId="507339434" sldId="2147484302"/>
              <pc:sldLayoutMk cId="1321880000" sldId="2147484301"/>
              <ac:cxnSpMk id="7" creationId="{FF05EAE5-4812-F718-6D75-9627884180BF}"/>
            </ac:cxnSpMkLst>
          </pc:cxnChg>
        </pc:sldLayoutChg>
      </pc:sldMaster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ata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ata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svg"/><Relationship Id="rId1" Type="http://schemas.openxmlformats.org/officeDocument/2006/relationships/image" Target="../media/image5.png"/><Relationship Id="rId4" Type="http://schemas.openxmlformats.org/officeDocument/2006/relationships/image" Target="../media/image8.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svg"/><Relationship Id="rId1" Type="http://schemas.openxmlformats.org/officeDocument/2006/relationships/image" Target="../media/image13.png"/><Relationship Id="rId6" Type="http://schemas.openxmlformats.org/officeDocument/2006/relationships/image" Target="../media/image18.svg"/><Relationship Id="rId5" Type="http://schemas.openxmlformats.org/officeDocument/2006/relationships/image" Target="../media/image17.png"/><Relationship Id="rId4" Type="http://schemas.openxmlformats.org/officeDocument/2006/relationships/image" Target="../media/image16.svg"/></Relationships>
</file>

<file path=ppt/diagrams/_rels/drawing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svg"/><Relationship Id="rId1" Type="http://schemas.openxmlformats.org/officeDocument/2006/relationships/image" Target="../media/image19.png"/><Relationship Id="rId6" Type="http://schemas.openxmlformats.org/officeDocument/2006/relationships/image" Target="../media/image24.svg"/><Relationship Id="rId5" Type="http://schemas.openxmlformats.org/officeDocument/2006/relationships/image" Target="../media/image23.png"/><Relationship Id="rId4" Type="http://schemas.openxmlformats.org/officeDocument/2006/relationships/image" Target="../media/image22.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a:alpha val="0"/>
      </a:schemeClr>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B694B2E-73C8-40F7-9DC4-D0A0F8E3A645}" type="doc">
      <dgm:prSet loTypeId="urn:microsoft.com/office/officeart/2018/2/layout/IconLabelDescriptionList" loCatId="icon" qsTypeId="urn:microsoft.com/office/officeart/2005/8/quickstyle/simple1" qsCatId="simple" csTypeId="urn:microsoft.com/office/officeart/2005/8/colors/accent1_2" csCatId="accent1" phldr="1"/>
      <dgm:spPr/>
      <dgm:t>
        <a:bodyPr/>
        <a:lstStyle/>
        <a:p>
          <a:endParaRPr lang="en-US"/>
        </a:p>
      </dgm:t>
    </dgm:pt>
    <dgm:pt modelId="{024E2FA7-11FF-4205-965F-06290143AC43}">
      <dgm:prSet/>
      <dgm:spPr/>
      <dgm:t>
        <a:bodyPr/>
        <a:lstStyle/>
        <a:p>
          <a:pPr>
            <a:lnSpc>
              <a:spcPct val="100000"/>
            </a:lnSpc>
            <a:defRPr b="1"/>
          </a:pPr>
          <a:r>
            <a:rPr lang="en-CA" b="1" dirty="0"/>
            <a:t>Background &amp; Experience:</a:t>
          </a:r>
          <a:endParaRPr lang="en-US" dirty="0"/>
        </a:p>
      </dgm:t>
    </dgm:pt>
    <dgm:pt modelId="{9FA7C0F7-5701-48BF-A6CE-A0B2CEEAD643}" type="parTrans" cxnId="{BB79F098-CD9B-42D5-A418-2B3ACA14E876}">
      <dgm:prSet/>
      <dgm:spPr/>
      <dgm:t>
        <a:bodyPr/>
        <a:lstStyle/>
        <a:p>
          <a:endParaRPr lang="en-US"/>
        </a:p>
      </dgm:t>
    </dgm:pt>
    <dgm:pt modelId="{39DC06A9-56F6-4567-AE74-DBDAD9A85490}" type="sibTrans" cxnId="{BB79F098-CD9B-42D5-A418-2B3ACA14E876}">
      <dgm:prSet/>
      <dgm:spPr/>
      <dgm:t>
        <a:bodyPr/>
        <a:lstStyle/>
        <a:p>
          <a:endParaRPr lang="en-US"/>
        </a:p>
      </dgm:t>
    </dgm:pt>
    <dgm:pt modelId="{B7E6CD9F-491D-4ACB-A697-FE9F1519D4F1}">
      <dgm:prSet/>
      <dgm:spPr/>
      <dgm:t>
        <a:bodyPr/>
        <a:lstStyle/>
        <a:p>
          <a:pPr>
            <a:lnSpc>
              <a:spcPct val="100000"/>
            </a:lnSpc>
          </a:pPr>
          <a:r>
            <a:rPr lang="en-CA" dirty="0"/>
            <a:t>Managed IT and Networking infrastructure across </a:t>
          </a:r>
          <a:r>
            <a:rPr lang="en-CA" b="1" dirty="0"/>
            <a:t>10+ Research Stations</a:t>
          </a:r>
          <a:r>
            <a:rPr lang="en-CA" dirty="0"/>
            <a:t>.</a:t>
          </a:r>
          <a:endParaRPr lang="en-US" dirty="0"/>
        </a:p>
      </dgm:t>
    </dgm:pt>
    <dgm:pt modelId="{BAF507FB-84F0-4A1E-A6F6-3E56CE0EE3C8}" type="parTrans" cxnId="{12C2ECDA-C13D-46E9-BF94-C4E40940EDA7}">
      <dgm:prSet/>
      <dgm:spPr/>
      <dgm:t>
        <a:bodyPr/>
        <a:lstStyle/>
        <a:p>
          <a:endParaRPr lang="en-US"/>
        </a:p>
      </dgm:t>
    </dgm:pt>
    <dgm:pt modelId="{AA9AB631-1013-45A6-AD28-71E2FDC054B6}" type="sibTrans" cxnId="{12C2ECDA-C13D-46E9-BF94-C4E40940EDA7}">
      <dgm:prSet/>
      <dgm:spPr/>
      <dgm:t>
        <a:bodyPr/>
        <a:lstStyle/>
        <a:p>
          <a:endParaRPr lang="en-US"/>
        </a:p>
      </dgm:t>
    </dgm:pt>
    <dgm:pt modelId="{5AE388CF-AB16-4A58-834B-1E2D8C9CA1A5}">
      <dgm:prSet/>
      <dgm:spPr/>
      <dgm:t>
        <a:bodyPr/>
        <a:lstStyle/>
        <a:p>
          <a:pPr>
            <a:lnSpc>
              <a:spcPct val="100000"/>
            </a:lnSpc>
          </a:pPr>
          <a:r>
            <a:rPr lang="en-CA"/>
            <a:t>Supported diverse teams: Animal Behavior Researchers, Graduate Students, and Field Technicians.</a:t>
          </a:r>
          <a:endParaRPr lang="en-US"/>
        </a:p>
      </dgm:t>
    </dgm:pt>
    <dgm:pt modelId="{22597F0C-BA03-47D9-95CD-0A727B3D101A}" type="parTrans" cxnId="{D69383F5-BA54-4249-9FF0-144149D32FF7}">
      <dgm:prSet/>
      <dgm:spPr/>
      <dgm:t>
        <a:bodyPr/>
        <a:lstStyle/>
        <a:p>
          <a:endParaRPr lang="en-US"/>
        </a:p>
      </dgm:t>
    </dgm:pt>
    <dgm:pt modelId="{44010553-EC64-4BAA-A59D-827B186C9BA0}" type="sibTrans" cxnId="{D69383F5-BA54-4249-9FF0-144149D32FF7}">
      <dgm:prSet/>
      <dgm:spPr/>
      <dgm:t>
        <a:bodyPr/>
        <a:lstStyle/>
        <a:p>
          <a:endParaRPr lang="en-US"/>
        </a:p>
      </dgm:t>
    </dgm:pt>
    <dgm:pt modelId="{3433F699-AE65-405D-A1E3-FB3691964959}">
      <dgm:prSet/>
      <dgm:spPr/>
      <dgm:t>
        <a:bodyPr/>
        <a:lstStyle/>
        <a:p>
          <a:pPr>
            <a:lnSpc>
              <a:spcPct val="100000"/>
            </a:lnSpc>
            <a:defRPr b="1"/>
          </a:pPr>
          <a:r>
            <a:rPr lang="en-CA" b="1" dirty="0"/>
            <a:t>The Operational Reality:</a:t>
          </a:r>
          <a:endParaRPr lang="en-US" dirty="0"/>
        </a:p>
      </dgm:t>
    </dgm:pt>
    <dgm:pt modelId="{AD4928A6-3C35-48A8-AEDA-CC7D54C483E8}" type="parTrans" cxnId="{44C31529-50C3-468F-B9E2-D1DF34D43696}">
      <dgm:prSet/>
      <dgm:spPr/>
      <dgm:t>
        <a:bodyPr/>
        <a:lstStyle/>
        <a:p>
          <a:endParaRPr lang="en-US"/>
        </a:p>
      </dgm:t>
    </dgm:pt>
    <dgm:pt modelId="{F058F90D-8E3C-402F-82A3-C9ED19D3C4F8}" type="sibTrans" cxnId="{44C31529-50C3-468F-B9E2-D1DF34D43696}">
      <dgm:prSet/>
      <dgm:spPr/>
      <dgm:t>
        <a:bodyPr/>
        <a:lstStyle/>
        <a:p>
          <a:endParaRPr lang="en-US"/>
        </a:p>
      </dgm:t>
    </dgm:pt>
    <dgm:pt modelId="{EC890D10-93BB-4F8E-B601-888E2D823FAE}">
      <dgm:prSet/>
      <dgm:spPr/>
      <dgm:t>
        <a:bodyPr/>
        <a:lstStyle/>
        <a:p>
          <a:pPr>
            <a:lnSpc>
              <a:spcPct val="100000"/>
            </a:lnSpc>
          </a:pPr>
          <a:r>
            <a:rPr lang="en-CA" b="1" dirty="0"/>
            <a:t>Data Pipelines:</a:t>
          </a:r>
          <a:r>
            <a:rPr lang="en-CA" dirty="0"/>
            <a:t> Helped design workflows to gather, store, and analyze sensor/field data.</a:t>
          </a:r>
          <a:endParaRPr lang="en-US" dirty="0"/>
        </a:p>
      </dgm:t>
    </dgm:pt>
    <dgm:pt modelId="{230EE027-3B9C-4314-941F-E13C6C126E24}" type="parTrans" cxnId="{30BD182D-8B56-4A34-98DF-DD356608E4BD}">
      <dgm:prSet/>
      <dgm:spPr/>
      <dgm:t>
        <a:bodyPr/>
        <a:lstStyle/>
        <a:p>
          <a:endParaRPr lang="en-US"/>
        </a:p>
      </dgm:t>
    </dgm:pt>
    <dgm:pt modelId="{3C8C355A-FC6F-4620-8A68-E08688D1758B}" type="sibTrans" cxnId="{30BD182D-8B56-4A34-98DF-DD356608E4BD}">
      <dgm:prSet/>
      <dgm:spPr/>
      <dgm:t>
        <a:bodyPr/>
        <a:lstStyle/>
        <a:p>
          <a:endParaRPr lang="en-US"/>
        </a:p>
      </dgm:t>
    </dgm:pt>
    <dgm:pt modelId="{575C627D-1EBA-4AD9-90C1-942937AFF7CA}">
      <dgm:prSet/>
      <dgm:spPr/>
      <dgm:t>
        <a:bodyPr/>
        <a:lstStyle/>
        <a:p>
          <a:pPr>
            <a:lnSpc>
              <a:spcPct val="100000"/>
            </a:lnSpc>
          </a:pPr>
          <a:r>
            <a:rPr lang="en-CA" b="1" dirty="0"/>
            <a:t>Budgeting:</a:t>
          </a:r>
          <a:r>
            <a:rPr lang="en-CA" dirty="0"/>
            <a:t> Strategized infrastructure investments for long-term research projects.</a:t>
          </a:r>
          <a:endParaRPr lang="en-US" dirty="0"/>
        </a:p>
      </dgm:t>
    </dgm:pt>
    <dgm:pt modelId="{F8524E7A-21CE-41E6-926E-FF5AFA172842}" type="parTrans" cxnId="{7F80A925-DE05-439D-934C-5BFC96446894}">
      <dgm:prSet/>
      <dgm:spPr/>
      <dgm:t>
        <a:bodyPr/>
        <a:lstStyle/>
        <a:p>
          <a:endParaRPr lang="en-US"/>
        </a:p>
      </dgm:t>
    </dgm:pt>
    <dgm:pt modelId="{EB1C4B7B-F328-49F2-90DA-5F44CAF386A1}" type="sibTrans" cxnId="{7F80A925-DE05-439D-934C-5BFC96446894}">
      <dgm:prSet/>
      <dgm:spPr/>
      <dgm:t>
        <a:bodyPr/>
        <a:lstStyle/>
        <a:p>
          <a:endParaRPr lang="en-US"/>
        </a:p>
      </dgm:t>
    </dgm:pt>
    <dgm:pt modelId="{1A65CA31-3B7E-4A03-BC26-0A1BC6ECFC53}">
      <dgm:prSet/>
      <dgm:spPr/>
      <dgm:t>
        <a:bodyPr/>
        <a:lstStyle/>
        <a:p>
          <a:pPr>
            <a:lnSpc>
              <a:spcPct val="100000"/>
            </a:lnSpc>
          </a:pPr>
          <a:r>
            <a:rPr lang="en-CA" b="1" dirty="0"/>
            <a:t>Observation:</a:t>
          </a:r>
          <a:r>
            <a:rPr lang="en-CA" dirty="0"/>
            <a:t> Technology was available, but the </a:t>
          </a:r>
          <a:r>
            <a:rPr lang="en-CA" i="1" dirty="0"/>
            <a:t>human workflow</a:t>
          </a:r>
          <a:r>
            <a:rPr lang="en-CA" dirty="0"/>
            <a:t> was broken.</a:t>
          </a:r>
          <a:endParaRPr lang="en-US" dirty="0"/>
        </a:p>
      </dgm:t>
    </dgm:pt>
    <dgm:pt modelId="{B6BE5D0F-ADAA-4487-AD87-648B8E07E319}" type="parTrans" cxnId="{40677E6F-AED8-4CA1-8D4B-2D320A37D9F7}">
      <dgm:prSet/>
      <dgm:spPr/>
      <dgm:t>
        <a:bodyPr/>
        <a:lstStyle/>
        <a:p>
          <a:endParaRPr lang="en-US"/>
        </a:p>
      </dgm:t>
    </dgm:pt>
    <dgm:pt modelId="{2CD5DA3E-6893-4DFD-85DE-0B988874A691}" type="sibTrans" cxnId="{40677E6F-AED8-4CA1-8D4B-2D320A37D9F7}">
      <dgm:prSet/>
      <dgm:spPr/>
      <dgm:t>
        <a:bodyPr/>
        <a:lstStyle/>
        <a:p>
          <a:endParaRPr lang="en-US"/>
        </a:p>
      </dgm:t>
    </dgm:pt>
    <dgm:pt modelId="{DC3B889D-E995-4D13-9B5C-34AB4F641F26}" type="pres">
      <dgm:prSet presAssocID="{5B694B2E-73C8-40F7-9DC4-D0A0F8E3A645}" presName="root" presStyleCnt="0">
        <dgm:presLayoutVars>
          <dgm:dir/>
          <dgm:resizeHandles val="exact"/>
        </dgm:presLayoutVars>
      </dgm:prSet>
      <dgm:spPr/>
    </dgm:pt>
    <dgm:pt modelId="{BDF09FA9-FB88-4754-9D43-210E3DABA820}" type="pres">
      <dgm:prSet presAssocID="{024E2FA7-11FF-4205-965F-06290143AC43}" presName="compNode" presStyleCnt="0"/>
      <dgm:spPr/>
    </dgm:pt>
    <dgm:pt modelId="{E7461DBC-1414-42EF-9BC7-A7B8C1FF798D}" type="pres">
      <dgm:prSet presAssocID="{024E2FA7-11FF-4205-965F-06290143AC43}"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Graduation Cap"/>
        </a:ext>
      </dgm:extLst>
    </dgm:pt>
    <dgm:pt modelId="{47ACF433-575C-46B2-9F2E-8FDDD3EFFB58}" type="pres">
      <dgm:prSet presAssocID="{024E2FA7-11FF-4205-965F-06290143AC43}" presName="iconSpace" presStyleCnt="0"/>
      <dgm:spPr/>
    </dgm:pt>
    <dgm:pt modelId="{B7C94A6C-D13C-4C23-A48B-D161F85A73FC}" type="pres">
      <dgm:prSet presAssocID="{024E2FA7-11FF-4205-965F-06290143AC43}" presName="parTx" presStyleLbl="revTx" presStyleIdx="0" presStyleCnt="4">
        <dgm:presLayoutVars>
          <dgm:chMax val="0"/>
          <dgm:chPref val="0"/>
        </dgm:presLayoutVars>
      </dgm:prSet>
      <dgm:spPr/>
    </dgm:pt>
    <dgm:pt modelId="{F43C91D8-1DC2-4B9D-8EBA-7F84978200B3}" type="pres">
      <dgm:prSet presAssocID="{024E2FA7-11FF-4205-965F-06290143AC43}" presName="txSpace" presStyleCnt="0"/>
      <dgm:spPr/>
    </dgm:pt>
    <dgm:pt modelId="{E18E6A77-F378-488C-AFB2-D7C6E38CF998}" type="pres">
      <dgm:prSet presAssocID="{024E2FA7-11FF-4205-965F-06290143AC43}" presName="desTx" presStyleLbl="revTx" presStyleIdx="1" presStyleCnt="4">
        <dgm:presLayoutVars/>
      </dgm:prSet>
      <dgm:spPr/>
    </dgm:pt>
    <dgm:pt modelId="{866F94D1-BB71-4DBC-BEDE-0C428041A3A1}" type="pres">
      <dgm:prSet presAssocID="{39DC06A9-56F6-4567-AE74-DBDAD9A85490}" presName="sibTrans" presStyleCnt="0"/>
      <dgm:spPr/>
    </dgm:pt>
    <dgm:pt modelId="{B47CA063-92AB-4D24-ABB0-17B2A9819FEB}" type="pres">
      <dgm:prSet presAssocID="{3433F699-AE65-405D-A1E3-FB3691964959}" presName="compNode" presStyleCnt="0"/>
      <dgm:spPr/>
    </dgm:pt>
    <dgm:pt modelId="{D2FDC17F-B2EC-4597-BEB6-9A8BE2354F32}" type="pres">
      <dgm:prSet presAssocID="{3433F699-AE65-405D-A1E3-FB3691964959}"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Statistics"/>
        </a:ext>
      </dgm:extLst>
    </dgm:pt>
    <dgm:pt modelId="{DC3A775F-DB2C-45E3-A70B-EBE37973366A}" type="pres">
      <dgm:prSet presAssocID="{3433F699-AE65-405D-A1E3-FB3691964959}" presName="iconSpace" presStyleCnt="0"/>
      <dgm:spPr/>
    </dgm:pt>
    <dgm:pt modelId="{B5916498-A973-485F-B716-EE969EC3923D}" type="pres">
      <dgm:prSet presAssocID="{3433F699-AE65-405D-A1E3-FB3691964959}" presName="parTx" presStyleLbl="revTx" presStyleIdx="2" presStyleCnt="4">
        <dgm:presLayoutVars>
          <dgm:chMax val="0"/>
          <dgm:chPref val="0"/>
        </dgm:presLayoutVars>
      </dgm:prSet>
      <dgm:spPr/>
    </dgm:pt>
    <dgm:pt modelId="{2820ABEE-7046-41EA-9F67-C94807EB07E8}" type="pres">
      <dgm:prSet presAssocID="{3433F699-AE65-405D-A1E3-FB3691964959}" presName="txSpace" presStyleCnt="0"/>
      <dgm:spPr/>
    </dgm:pt>
    <dgm:pt modelId="{881E9768-5E73-44BC-B249-24D479E8E3D4}" type="pres">
      <dgm:prSet presAssocID="{3433F699-AE65-405D-A1E3-FB3691964959}" presName="desTx" presStyleLbl="revTx" presStyleIdx="3" presStyleCnt="4">
        <dgm:presLayoutVars/>
      </dgm:prSet>
      <dgm:spPr/>
    </dgm:pt>
  </dgm:ptLst>
  <dgm:cxnLst>
    <dgm:cxn modelId="{02B6D411-85BB-4E7E-9A50-CCFE5FDE5592}" type="presOf" srcId="{EC890D10-93BB-4F8E-B601-888E2D823FAE}" destId="{881E9768-5E73-44BC-B249-24D479E8E3D4}" srcOrd="0" destOrd="0" presId="urn:microsoft.com/office/officeart/2018/2/layout/IconLabelDescriptionList"/>
    <dgm:cxn modelId="{7F80A925-DE05-439D-934C-5BFC96446894}" srcId="{3433F699-AE65-405D-A1E3-FB3691964959}" destId="{575C627D-1EBA-4AD9-90C1-942937AFF7CA}" srcOrd="1" destOrd="0" parTransId="{F8524E7A-21CE-41E6-926E-FF5AFA172842}" sibTransId="{EB1C4B7B-F328-49F2-90DA-5F44CAF386A1}"/>
    <dgm:cxn modelId="{44C31529-50C3-468F-B9E2-D1DF34D43696}" srcId="{5B694B2E-73C8-40F7-9DC4-D0A0F8E3A645}" destId="{3433F699-AE65-405D-A1E3-FB3691964959}" srcOrd="1" destOrd="0" parTransId="{AD4928A6-3C35-48A8-AEDA-CC7D54C483E8}" sibTransId="{F058F90D-8E3C-402F-82A3-C9ED19D3C4F8}"/>
    <dgm:cxn modelId="{30BD182D-8B56-4A34-98DF-DD356608E4BD}" srcId="{3433F699-AE65-405D-A1E3-FB3691964959}" destId="{EC890D10-93BB-4F8E-B601-888E2D823FAE}" srcOrd="0" destOrd="0" parTransId="{230EE027-3B9C-4314-941F-E13C6C126E24}" sibTransId="{3C8C355A-FC6F-4620-8A68-E08688D1758B}"/>
    <dgm:cxn modelId="{749BAD32-985F-40A8-A07D-57278D9D38DA}" type="presOf" srcId="{024E2FA7-11FF-4205-965F-06290143AC43}" destId="{B7C94A6C-D13C-4C23-A48B-D161F85A73FC}" srcOrd="0" destOrd="0" presId="urn:microsoft.com/office/officeart/2018/2/layout/IconLabelDescriptionList"/>
    <dgm:cxn modelId="{694EA143-E0A6-4687-A8A9-64C9132CCEA9}" type="presOf" srcId="{575C627D-1EBA-4AD9-90C1-942937AFF7CA}" destId="{881E9768-5E73-44BC-B249-24D479E8E3D4}" srcOrd="0" destOrd="1" presId="urn:microsoft.com/office/officeart/2018/2/layout/IconLabelDescriptionList"/>
    <dgm:cxn modelId="{F6674C61-493E-46DF-B00F-1069C0595FA6}" type="presOf" srcId="{3433F699-AE65-405D-A1E3-FB3691964959}" destId="{B5916498-A973-485F-B716-EE969EC3923D}" srcOrd="0" destOrd="0" presId="urn:microsoft.com/office/officeart/2018/2/layout/IconLabelDescriptionList"/>
    <dgm:cxn modelId="{A168CB64-3916-42C5-8FB1-28559F16E995}" type="presOf" srcId="{B7E6CD9F-491D-4ACB-A697-FE9F1519D4F1}" destId="{E18E6A77-F378-488C-AFB2-D7C6E38CF998}" srcOrd="0" destOrd="0" presId="urn:microsoft.com/office/officeart/2018/2/layout/IconLabelDescriptionList"/>
    <dgm:cxn modelId="{88AF546D-24A9-41BE-A820-140B1DF514FF}" type="presOf" srcId="{5AE388CF-AB16-4A58-834B-1E2D8C9CA1A5}" destId="{E18E6A77-F378-488C-AFB2-D7C6E38CF998}" srcOrd="0" destOrd="1" presId="urn:microsoft.com/office/officeart/2018/2/layout/IconLabelDescriptionList"/>
    <dgm:cxn modelId="{40677E6F-AED8-4CA1-8D4B-2D320A37D9F7}" srcId="{3433F699-AE65-405D-A1E3-FB3691964959}" destId="{1A65CA31-3B7E-4A03-BC26-0A1BC6ECFC53}" srcOrd="2" destOrd="0" parTransId="{B6BE5D0F-ADAA-4487-AD87-648B8E07E319}" sibTransId="{2CD5DA3E-6893-4DFD-85DE-0B988874A691}"/>
    <dgm:cxn modelId="{BB79F098-CD9B-42D5-A418-2B3ACA14E876}" srcId="{5B694B2E-73C8-40F7-9DC4-D0A0F8E3A645}" destId="{024E2FA7-11FF-4205-965F-06290143AC43}" srcOrd="0" destOrd="0" parTransId="{9FA7C0F7-5701-48BF-A6CE-A0B2CEEAD643}" sibTransId="{39DC06A9-56F6-4567-AE74-DBDAD9A85490}"/>
    <dgm:cxn modelId="{87D19BDA-C467-414B-896F-7EEB929CCE8B}" type="presOf" srcId="{5B694B2E-73C8-40F7-9DC4-D0A0F8E3A645}" destId="{DC3B889D-E995-4D13-9B5C-34AB4F641F26}" srcOrd="0" destOrd="0" presId="urn:microsoft.com/office/officeart/2018/2/layout/IconLabelDescriptionList"/>
    <dgm:cxn modelId="{12C2ECDA-C13D-46E9-BF94-C4E40940EDA7}" srcId="{024E2FA7-11FF-4205-965F-06290143AC43}" destId="{B7E6CD9F-491D-4ACB-A697-FE9F1519D4F1}" srcOrd="0" destOrd="0" parTransId="{BAF507FB-84F0-4A1E-A6F6-3E56CE0EE3C8}" sibTransId="{AA9AB631-1013-45A6-AD28-71E2FDC054B6}"/>
    <dgm:cxn modelId="{63BC0AF5-75C2-413B-9E1A-B8F029ACDAF3}" type="presOf" srcId="{1A65CA31-3B7E-4A03-BC26-0A1BC6ECFC53}" destId="{881E9768-5E73-44BC-B249-24D479E8E3D4}" srcOrd="0" destOrd="2" presId="urn:microsoft.com/office/officeart/2018/2/layout/IconLabelDescriptionList"/>
    <dgm:cxn modelId="{D69383F5-BA54-4249-9FF0-144149D32FF7}" srcId="{024E2FA7-11FF-4205-965F-06290143AC43}" destId="{5AE388CF-AB16-4A58-834B-1E2D8C9CA1A5}" srcOrd="1" destOrd="0" parTransId="{22597F0C-BA03-47D9-95CD-0A727B3D101A}" sibTransId="{44010553-EC64-4BAA-A59D-827B186C9BA0}"/>
    <dgm:cxn modelId="{664003EA-2829-48B8-8186-F572A12E0F0D}" type="presParOf" srcId="{DC3B889D-E995-4D13-9B5C-34AB4F641F26}" destId="{BDF09FA9-FB88-4754-9D43-210E3DABA820}" srcOrd="0" destOrd="0" presId="urn:microsoft.com/office/officeart/2018/2/layout/IconLabelDescriptionList"/>
    <dgm:cxn modelId="{B241E929-8182-4A4B-8A09-7CF98374D0FF}" type="presParOf" srcId="{BDF09FA9-FB88-4754-9D43-210E3DABA820}" destId="{E7461DBC-1414-42EF-9BC7-A7B8C1FF798D}" srcOrd="0" destOrd="0" presId="urn:microsoft.com/office/officeart/2018/2/layout/IconLabelDescriptionList"/>
    <dgm:cxn modelId="{AB20D803-2AD7-4E19-91A9-75517B201C38}" type="presParOf" srcId="{BDF09FA9-FB88-4754-9D43-210E3DABA820}" destId="{47ACF433-575C-46B2-9F2E-8FDDD3EFFB58}" srcOrd="1" destOrd="0" presId="urn:microsoft.com/office/officeart/2018/2/layout/IconLabelDescriptionList"/>
    <dgm:cxn modelId="{AAE16018-8F53-43F1-BEB0-0734A8B6235A}" type="presParOf" srcId="{BDF09FA9-FB88-4754-9D43-210E3DABA820}" destId="{B7C94A6C-D13C-4C23-A48B-D161F85A73FC}" srcOrd="2" destOrd="0" presId="urn:microsoft.com/office/officeart/2018/2/layout/IconLabelDescriptionList"/>
    <dgm:cxn modelId="{0D7A5845-4CC0-4B5B-8018-B835844E2F4E}" type="presParOf" srcId="{BDF09FA9-FB88-4754-9D43-210E3DABA820}" destId="{F43C91D8-1DC2-4B9D-8EBA-7F84978200B3}" srcOrd="3" destOrd="0" presId="urn:microsoft.com/office/officeart/2018/2/layout/IconLabelDescriptionList"/>
    <dgm:cxn modelId="{D16E185A-4B65-4A7C-B475-D55E548B509E}" type="presParOf" srcId="{BDF09FA9-FB88-4754-9D43-210E3DABA820}" destId="{E18E6A77-F378-488C-AFB2-D7C6E38CF998}" srcOrd="4" destOrd="0" presId="urn:microsoft.com/office/officeart/2018/2/layout/IconLabelDescriptionList"/>
    <dgm:cxn modelId="{74CF0B40-2BD8-4536-89F6-152E08F21C35}" type="presParOf" srcId="{DC3B889D-E995-4D13-9B5C-34AB4F641F26}" destId="{866F94D1-BB71-4DBC-BEDE-0C428041A3A1}" srcOrd="1" destOrd="0" presId="urn:microsoft.com/office/officeart/2018/2/layout/IconLabelDescriptionList"/>
    <dgm:cxn modelId="{ED8D8213-251A-45F3-B1BC-4029E6CE4128}" type="presParOf" srcId="{DC3B889D-E995-4D13-9B5C-34AB4F641F26}" destId="{B47CA063-92AB-4D24-ABB0-17B2A9819FEB}" srcOrd="2" destOrd="0" presId="urn:microsoft.com/office/officeart/2018/2/layout/IconLabelDescriptionList"/>
    <dgm:cxn modelId="{8EC0596C-0160-4D94-98DA-E2358CBE1F45}" type="presParOf" srcId="{B47CA063-92AB-4D24-ABB0-17B2A9819FEB}" destId="{D2FDC17F-B2EC-4597-BEB6-9A8BE2354F32}" srcOrd="0" destOrd="0" presId="urn:microsoft.com/office/officeart/2018/2/layout/IconLabelDescriptionList"/>
    <dgm:cxn modelId="{98F91BE2-44A3-4FC4-B9B1-378A0ACFF21B}" type="presParOf" srcId="{B47CA063-92AB-4D24-ABB0-17B2A9819FEB}" destId="{DC3A775F-DB2C-45E3-A70B-EBE37973366A}" srcOrd="1" destOrd="0" presId="urn:microsoft.com/office/officeart/2018/2/layout/IconLabelDescriptionList"/>
    <dgm:cxn modelId="{FD653E74-8576-459B-A9CC-F520D1B6F8F7}" type="presParOf" srcId="{B47CA063-92AB-4D24-ABB0-17B2A9819FEB}" destId="{B5916498-A973-485F-B716-EE969EC3923D}" srcOrd="2" destOrd="0" presId="urn:microsoft.com/office/officeart/2018/2/layout/IconLabelDescriptionList"/>
    <dgm:cxn modelId="{F116CC0E-505A-4C05-AFA5-12E82C2AA7A1}" type="presParOf" srcId="{B47CA063-92AB-4D24-ABB0-17B2A9819FEB}" destId="{2820ABEE-7046-41EA-9F67-C94807EB07E8}" srcOrd="3" destOrd="0" presId="urn:microsoft.com/office/officeart/2018/2/layout/IconLabelDescriptionList"/>
    <dgm:cxn modelId="{3427073C-41D4-48BC-8402-A0B89258D887}" type="presParOf" srcId="{B47CA063-92AB-4D24-ABB0-17B2A9819FEB}" destId="{881E9768-5E73-44BC-B249-24D479E8E3D4}" srcOrd="4" destOrd="0" presId="urn:microsoft.com/office/officeart/2018/2/layout/IconLabelDescription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58628A7-4325-4B2B-B196-C8E637A3F2DB}" type="doc">
      <dgm:prSet loTypeId="urn:microsoft.com/office/officeart/2018/2/layout/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E879D479-27D3-45A2-B9EB-F2A91B60DB76}">
      <dgm:prSet/>
      <dgm:spPr/>
      <dgm:t>
        <a:bodyPr/>
        <a:lstStyle/>
        <a:p>
          <a:pPr>
            <a:defRPr b="1"/>
          </a:pPr>
          <a:r>
            <a:rPr lang="en-CA" b="1" dirty="0"/>
            <a:t>Why GPT‑5.1‑class foundation models are exciting</a:t>
          </a:r>
          <a:endParaRPr lang="en-US" dirty="0"/>
        </a:p>
      </dgm:t>
    </dgm:pt>
    <dgm:pt modelId="{2CB5BCC8-EB56-48E1-AB30-C4255510393E}" type="parTrans" cxnId="{1139A7CD-3F07-410B-9C1E-D6D1B1D3F5A5}">
      <dgm:prSet/>
      <dgm:spPr/>
      <dgm:t>
        <a:bodyPr/>
        <a:lstStyle/>
        <a:p>
          <a:endParaRPr lang="en-US"/>
        </a:p>
      </dgm:t>
    </dgm:pt>
    <dgm:pt modelId="{1517BBE1-98DB-4773-9E94-4B97FDE5FA5C}" type="sibTrans" cxnId="{1139A7CD-3F07-410B-9C1E-D6D1B1D3F5A5}">
      <dgm:prSet/>
      <dgm:spPr/>
      <dgm:t>
        <a:bodyPr/>
        <a:lstStyle/>
        <a:p>
          <a:endParaRPr lang="en-US"/>
        </a:p>
      </dgm:t>
    </dgm:pt>
    <dgm:pt modelId="{9A982D11-90CB-445A-A794-626C0BE7E69B}">
      <dgm:prSet/>
      <dgm:spPr/>
      <dgm:t>
        <a:bodyPr/>
        <a:lstStyle/>
        <a:p>
          <a:r>
            <a:rPr lang="en-CA"/>
            <a:t>Very strong at reasoning across long, complex documents.</a:t>
          </a:r>
          <a:endParaRPr lang="en-US"/>
        </a:p>
      </dgm:t>
    </dgm:pt>
    <dgm:pt modelId="{BDB2F7F6-AA8E-429F-9FD9-7F9D3B243AA0}" type="parTrans" cxnId="{D6891162-766B-4D0A-8D74-6290D34F3BC1}">
      <dgm:prSet/>
      <dgm:spPr/>
      <dgm:t>
        <a:bodyPr/>
        <a:lstStyle/>
        <a:p>
          <a:endParaRPr lang="en-US"/>
        </a:p>
      </dgm:t>
    </dgm:pt>
    <dgm:pt modelId="{E1ECA0AE-63D7-4ABC-A24C-23007D6892C6}" type="sibTrans" cxnId="{D6891162-766B-4D0A-8D74-6290D34F3BC1}">
      <dgm:prSet/>
      <dgm:spPr/>
      <dgm:t>
        <a:bodyPr/>
        <a:lstStyle/>
        <a:p>
          <a:endParaRPr lang="en-US"/>
        </a:p>
      </dgm:t>
    </dgm:pt>
    <dgm:pt modelId="{F5D29FF0-3619-4ECA-85F7-761A5E3CD56F}">
      <dgm:prSet/>
      <dgm:spPr/>
      <dgm:t>
        <a:bodyPr/>
        <a:lstStyle/>
        <a:p>
          <a:r>
            <a:rPr lang="en-CA"/>
            <a:t>Excellent at summarizing literature, explaining code, and handling multi‑step tasks.</a:t>
          </a:r>
          <a:endParaRPr lang="en-US"/>
        </a:p>
      </dgm:t>
    </dgm:pt>
    <dgm:pt modelId="{0D9C798A-B5AE-4FA4-A4D9-1106ED24B96B}" type="parTrans" cxnId="{D21EE546-C385-4891-8AF1-2266268F12AB}">
      <dgm:prSet/>
      <dgm:spPr/>
      <dgm:t>
        <a:bodyPr/>
        <a:lstStyle/>
        <a:p>
          <a:endParaRPr lang="en-US"/>
        </a:p>
      </dgm:t>
    </dgm:pt>
    <dgm:pt modelId="{841E9AE1-0CE5-48C6-A077-432D402EE03C}" type="sibTrans" cxnId="{D21EE546-C385-4891-8AF1-2266268F12AB}">
      <dgm:prSet/>
      <dgm:spPr/>
      <dgm:t>
        <a:bodyPr/>
        <a:lstStyle/>
        <a:p>
          <a:endParaRPr lang="en-US"/>
        </a:p>
      </dgm:t>
    </dgm:pt>
    <dgm:pt modelId="{061B2D34-C527-46A7-A4C1-97905300AB6C}">
      <dgm:prSet/>
      <dgm:spPr/>
      <dgm:t>
        <a:bodyPr/>
        <a:lstStyle/>
        <a:p>
          <a:r>
            <a:rPr lang="en-CA"/>
            <a:t>Can generalize across domains: genetics, animal health, agronomy, economics.</a:t>
          </a:r>
          <a:endParaRPr lang="en-US"/>
        </a:p>
      </dgm:t>
    </dgm:pt>
    <dgm:pt modelId="{BF5D036F-F55A-4D88-ADC7-59E5F7F97580}" type="parTrans" cxnId="{E05AB396-50B2-4315-AB25-DC08C50968FC}">
      <dgm:prSet/>
      <dgm:spPr/>
      <dgm:t>
        <a:bodyPr/>
        <a:lstStyle/>
        <a:p>
          <a:endParaRPr lang="en-US"/>
        </a:p>
      </dgm:t>
    </dgm:pt>
    <dgm:pt modelId="{DF144D6B-DA5C-4266-A8DF-880D56C1206B}" type="sibTrans" cxnId="{E05AB396-50B2-4315-AB25-DC08C50968FC}">
      <dgm:prSet/>
      <dgm:spPr/>
      <dgm:t>
        <a:bodyPr/>
        <a:lstStyle/>
        <a:p>
          <a:endParaRPr lang="en-US"/>
        </a:p>
      </dgm:t>
    </dgm:pt>
    <dgm:pt modelId="{27CB339B-3D5F-43E1-A242-3FB964FCB0FB}">
      <dgm:prSet/>
      <dgm:spPr/>
      <dgm:t>
        <a:bodyPr/>
        <a:lstStyle/>
        <a:p>
          <a:pPr>
            <a:defRPr b="1"/>
          </a:pPr>
          <a:r>
            <a:rPr lang="en-CA" b="1" dirty="0"/>
            <a:t>What they can do for this platform</a:t>
          </a:r>
          <a:endParaRPr lang="en-US" dirty="0"/>
        </a:p>
      </dgm:t>
    </dgm:pt>
    <dgm:pt modelId="{41EC2C7F-CDD1-438C-93B1-51D0E81B2037}" type="parTrans" cxnId="{B56442F4-B9D3-4903-8B5E-81213FC1CE5D}">
      <dgm:prSet/>
      <dgm:spPr/>
      <dgm:t>
        <a:bodyPr/>
        <a:lstStyle/>
        <a:p>
          <a:endParaRPr lang="en-US"/>
        </a:p>
      </dgm:t>
    </dgm:pt>
    <dgm:pt modelId="{C02B9A77-894E-4652-9C59-65FB69E0EDF4}" type="sibTrans" cxnId="{B56442F4-B9D3-4903-8B5E-81213FC1CE5D}">
      <dgm:prSet/>
      <dgm:spPr/>
      <dgm:t>
        <a:bodyPr/>
        <a:lstStyle/>
        <a:p>
          <a:endParaRPr lang="en-US"/>
        </a:p>
      </dgm:t>
    </dgm:pt>
    <dgm:pt modelId="{9F1020C8-84C0-4952-A165-AB20A18BB0AE}">
      <dgm:prSet/>
      <dgm:spPr/>
      <dgm:t>
        <a:bodyPr/>
        <a:lstStyle/>
        <a:p>
          <a:pPr>
            <a:buFont typeface="Arial" panose="020B0604020202020204" pitchFamily="34" charset="0"/>
            <a:buChar char="•"/>
          </a:pPr>
          <a:r>
            <a:rPr lang="en-CA" dirty="0"/>
            <a:t>Read long genomic or trial reports and explain them in plain language.</a:t>
          </a:r>
          <a:endParaRPr lang="en-US" dirty="0"/>
        </a:p>
      </dgm:t>
    </dgm:pt>
    <dgm:pt modelId="{64ACD6A2-3C09-4E3E-BD0B-6854CA05925E}" type="parTrans" cxnId="{A83673FA-C6AC-4B34-BC75-C4B3E0DC3FB9}">
      <dgm:prSet/>
      <dgm:spPr/>
      <dgm:t>
        <a:bodyPr/>
        <a:lstStyle/>
        <a:p>
          <a:endParaRPr lang="en-US"/>
        </a:p>
      </dgm:t>
    </dgm:pt>
    <dgm:pt modelId="{2C553D65-C951-4CD4-9DF5-9DC17AC07C1A}" type="sibTrans" cxnId="{A83673FA-C6AC-4B34-BC75-C4B3E0DC3FB9}">
      <dgm:prSet/>
      <dgm:spPr/>
      <dgm:t>
        <a:bodyPr/>
        <a:lstStyle/>
        <a:p>
          <a:endParaRPr lang="en-US"/>
        </a:p>
      </dgm:t>
    </dgm:pt>
    <dgm:pt modelId="{9FFF506B-7ACD-4BD7-9CE9-B000F8071A60}">
      <dgm:prSet/>
      <dgm:spPr/>
      <dgm:t>
        <a:bodyPr/>
        <a:lstStyle/>
        <a:p>
          <a:pPr>
            <a:buFont typeface="Arial" panose="020B0604020202020204" pitchFamily="34" charset="0"/>
            <a:buChar char="•"/>
          </a:pPr>
          <a:r>
            <a:rPr lang="en-CA" dirty="0"/>
            <a:t>Synthesize dozens of journal papers into a clear, structured overview.</a:t>
          </a:r>
          <a:endParaRPr lang="en-US" dirty="0"/>
        </a:p>
      </dgm:t>
    </dgm:pt>
    <dgm:pt modelId="{ED897B34-4073-488F-928A-D3A807D81567}" type="parTrans" cxnId="{1DCDFE35-041D-4230-85B2-3E9E9E457711}">
      <dgm:prSet/>
      <dgm:spPr/>
      <dgm:t>
        <a:bodyPr/>
        <a:lstStyle/>
        <a:p>
          <a:endParaRPr lang="en-US"/>
        </a:p>
      </dgm:t>
    </dgm:pt>
    <dgm:pt modelId="{65731E9C-CBB4-4D35-9928-61D8118EDADF}" type="sibTrans" cxnId="{1DCDFE35-041D-4230-85B2-3E9E9E457711}">
      <dgm:prSet/>
      <dgm:spPr/>
      <dgm:t>
        <a:bodyPr/>
        <a:lstStyle/>
        <a:p>
          <a:endParaRPr lang="en-US"/>
        </a:p>
      </dgm:t>
    </dgm:pt>
    <dgm:pt modelId="{590516FB-6F0D-43F9-939D-A9544A136387}">
      <dgm:prSet/>
      <dgm:spPr/>
      <dgm:t>
        <a:bodyPr/>
        <a:lstStyle/>
        <a:p>
          <a:pPr>
            <a:buFont typeface="Arial" panose="020B0604020202020204" pitchFamily="34" charset="0"/>
            <a:buChar char="•"/>
          </a:pPr>
          <a:r>
            <a:rPr lang="en-CA" dirty="0"/>
            <a:t>Help design analysis workflows: suggest code, checks, and visualizations.</a:t>
          </a:r>
          <a:endParaRPr lang="en-US" dirty="0"/>
        </a:p>
      </dgm:t>
    </dgm:pt>
    <dgm:pt modelId="{A3A656C1-6DBC-4EAA-B362-F2785B46FA2F}" type="parTrans" cxnId="{5240EB3C-BDDB-4C60-AE2E-10C778F88CEE}">
      <dgm:prSet/>
      <dgm:spPr/>
      <dgm:t>
        <a:bodyPr/>
        <a:lstStyle/>
        <a:p>
          <a:endParaRPr lang="en-US"/>
        </a:p>
      </dgm:t>
    </dgm:pt>
    <dgm:pt modelId="{3E52DAA7-CBF4-4FC0-BD25-C0DC23886A35}" type="sibTrans" cxnId="{5240EB3C-BDDB-4C60-AE2E-10C778F88CEE}">
      <dgm:prSet/>
      <dgm:spPr/>
      <dgm:t>
        <a:bodyPr/>
        <a:lstStyle/>
        <a:p>
          <a:endParaRPr lang="en-US"/>
        </a:p>
      </dgm:t>
    </dgm:pt>
    <dgm:pt modelId="{5318AC35-06B9-40E9-84D2-5C55B100383F}">
      <dgm:prSet/>
      <dgm:spPr/>
      <dgm:t>
        <a:bodyPr/>
        <a:lstStyle/>
        <a:p>
          <a:pPr>
            <a:defRPr b="1"/>
          </a:pPr>
          <a:r>
            <a:rPr lang="en-CA" b="1" dirty="0"/>
            <a:t>Ideal role for us</a:t>
          </a:r>
          <a:endParaRPr lang="en-US" dirty="0"/>
        </a:p>
      </dgm:t>
    </dgm:pt>
    <dgm:pt modelId="{B6EFF7C4-50AA-43B4-9DFD-45D7681775CF}" type="parTrans" cxnId="{3CEFF999-C8B3-407D-A42A-3330E5F85B9F}">
      <dgm:prSet/>
      <dgm:spPr/>
      <dgm:t>
        <a:bodyPr/>
        <a:lstStyle/>
        <a:p>
          <a:endParaRPr lang="en-US"/>
        </a:p>
      </dgm:t>
    </dgm:pt>
    <dgm:pt modelId="{3BAFD429-C5E2-4C0C-932C-9A2AA7C3E014}" type="sibTrans" cxnId="{3CEFF999-C8B3-407D-A42A-3330E5F85B9F}">
      <dgm:prSet/>
      <dgm:spPr/>
      <dgm:t>
        <a:bodyPr/>
        <a:lstStyle/>
        <a:p>
          <a:endParaRPr lang="en-US"/>
        </a:p>
      </dgm:t>
    </dgm:pt>
    <dgm:pt modelId="{363779C0-06AD-448D-85CC-B8A3B36F5F5E}">
      <dgm:prSet/>
      <dgm:spPr/>
      <dgm:t>
        <a:bodyPr/>
        <a:lstStyle/>
        <a:p>
          <a:r>
            <a:rPr lang="en-CA" dirty="0"/>
            <a:t>Use GPT‑5.1 as a </a:t>
          </a:r>
          <a:r>
            <a:rPr lang="en-CA" i="1" dirty="0"/>
            <a:t>general brain</a:t>
          </a:r>
          <a:r>
            <a:rPr lang="en-CA" dirty="0"/>
            <a:t> for understanding language and reasoning.</a:t>
          </a:r>
          <a:endParaRPr lang="en-US" dirty="0"/>
        </a:p>
      </dgm:t>
    </dgm:pt>
    <dgm:pt modelId="{4C38B58D-A24E-4ECB-BCFC-51C0F996C760}" type="parTrans" cxnId="{FF36D114-77CA-4F95-85F1-BE3117F921F2}">
      <dgm:prSet/>
      <dgm:spPr/>
      <dgm:t>
        <a:bodyPr/>
        <a:lstStyle/>
        <a:p>
          <a:endParaRPr lang="en-US"/>
        </a:p>
      </dgm:t>
    </dgm:pt>
    <dgm:pt modelId="{086E645A-92EE-4F69-AF54-829962B4041B}" type="sibTrans" cxnId="{FF36D114-77CA-4F95-85F1-BE3117F921F2}">
      <dgm:prSet/>
      <dgm:spPr/>
      <dgm:t>
        <a:bodyPr/>
        <a:lstStyle/>
        <a:p>
          <a:endParaRPr lang="en-US"/>
        </a:p>
      </dgm:t>
    </dgm:pt>
    <dgm:pt modelId="{578E5634-EB5F-4531-8E9B-3F6DBDA9D930}">
      <dgm:prSet/>
      <dgm:spPr/>
      <dgm:t>
        <a:bodyPr/>
        <a:lstStyle/>
        <a:p>
          <a:r>
            <a:rPr lang="en-CA"/>
            <a:t>Let it handle “how to think,” while our own data provides “what to think with.”</a:t>
          </a:r>
          <a:endParaRPr lang="en-US"/>
        </a:p>
      </dgm:t>
    </dgm:pt>
    <dgm:pt modelId="{FFEF7EE4-23AF-44DA-B604-39D0E5CD11FA}" type="parTrans" cxnId="{50A2F65A-FCC9-4454-89DC-891737643E2C}">
      <dgm:prSet/>
      <dgm:spPr/>
      <dgm:t>
        <a:bodyPr/>
        <a:lstStyle/>
        <a:p>
          <a:endParaRPr lang="en-US"/>
        </a:p>
      </dgm:t>
    </dgm:pt>
    <dgm:pt modelId="{74F55CEE-E387-4BD5-A374-702CFB64F2E1}" type="sibTrans" cxnId="{50A2F65A-FCC9-4454-89DC-891737643E2C}">
      <dgm:prSet/>
      <dgm:spPr/>
      <dgm:t>
        <a:bodyPr/>
        <a:lstStyle/>
        <a:p>
          <a:endParaRPr lang="en-US"/>
        </a:p>
      </dgm:t>
    </dgm:pt>
    <dgm:pt modelId="{1A49DE48-62CB-4DF5-97D8-C31F6A8BA545}" type="pres">
      <dgm:prSet presAssocID="{D58628A7-4325-4B2B-B196-C8E637A3F2DB}" presName="root" presStyleCnt="0">
        <dgm:presLayoutVars>
          <dgm:dir/>
          <dgm:resizeHandles val="exact"/>
        </dgm:presLayoutVars>
      </dgm:prSet>
      <dgm:spPr/>
    </dgm:pt>
    <dgm:pt modelId="{D69A6086-D33C-4E37-8F54-E350C846C19B}" type="pres">
      <dgm:prSet presAssocID="{E879D479-27D3-45A2-B9EB-F2A91B60DB76}" presName="compNode" presStyleCnt="0"/>
      <dgm:spPr/>
    </dgm:pt>
    <dgm:pt modelId="{4A38C032-C7F1-4E57-A8DD-AB293AD48621}" type="pres">
      <dgm:prSet presAssocID="{E879D479-27D3-45A2-B9EB-F2A91B60DB76}"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heckmark"/>
        </a:ext>
      </dgm:extLst>
    </dgm:pt>
    <dgm:pt modelId="{3625658B-9891-4BE5-8EB7-813E7105E6B5}" type="pres">
      <dgm:prSet presAssocID="{E879D479-27D3-45A2-B9EB-F2A91B60DB76}" presName="iconSpace" presStyleCnt="0"/>
      <dgm:spPr/>
    </dgm:pt>
    <dgm:pt modelId="{137A3D74-02F3-406D-9DF5-CC46BD880FF8}" type="pres">
      <dgm:prSet presAssocID="{E879D479-27D3-45A2-B9EB-F2A91B60DB76}" presName="parTx" presStyleLbl="revTx" presStyleIdx="0" presStyleCnt="6">
        <dgm:presLayoutVars>
          <dgm:chMax val="0"/>
          <dgm:chPref val="0"/>
        </dgm:presLayoutVars>
      </dgm:prSet>
      <dgm:spPr/>
    </dgm:pt>
    <dgm:pt modelId="{978AF93F-0841-42B5-8017-6226EB82621E}" type="pres">
      <dgm:prSet presAssocID="{E879D479-27D3-45A2-B9EB-F2A91B60DB76}" presName="txSpace" presStyleCnt="0"/>
      <dgm:spPr/>
    </dgm:pt>
    <dgm:pt modelId="{DEF71A8B-B078-4648-A7A2-47E1DE09B238}" type="pres">
      <dgm:prSet presAssocID="{E879D479-27D3-45A2-B9EB-F2A91B60DB76}" presName="desTx" presStyleLbl="revTx" presStyleIdx="1" presStyleCnt="6">
        <dgm:presLayoutVars/>
      </dgm:prSet>
      <dgm:spPr/>
    </dgm:pt>
    <dgm:pt modelId="{D056AB8B-7069-47A4-A13B-DA7637A2E6E1}" type="pres">
      <dgm:prSet presAssocID="{1517BBE1-98DB-4773-9E94-4B97FDE5FA5C}" presName="sibTrans" presStyleCnt="0"/>
      <dgm:spPr/>
    </dgm:pt>
    <dgm:pt modelId="{A5631BDC-8C92-4D16-8DB1-CDF66E6CE0B5}" type="pres">
      <dgm:prSet presAssocID="{27CB339B-3D5F-43E1-A242-3FB964FCB0FB}" presName="compNode" presStyleCnt="0"/>
      <dgm:spPr/>
    </dgm:pt>
    <dgm:pt modelId="{927ECE28-5352-49C5-AA05-0FF8F295372C}" type="pres">
      <dgm:prSet presAssocID="{27CB339B-3D5F-43E1-A242-3FB964FCB0FB}"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Microscope"/>
        </a:ext>
      </dgm:extLst>
    </dgm:pt>
    <dgm:pt modelId="{C7B829EB-0645-4114-B570-F2E2A1EA57BF}" type="pres">
      <dgm:prSet presAssocID="{27CB339B-3D5F-43E1-A242-3FB964FCB0FB}" presName="iconSpace" presStyleCnt="0"/>
      <dgm:spPr/>
    </dgm:pt>
    <dgm:pt modelId="{8B828A94-8216-41E5-8071-949A3832941C}" type="pres">
      <dgm:prSet presAssocID="{27CB339B-3D5F-43E1-A242-3FB964FCB0FB}" presName="parTx" presStyleLbl="revTx" presStyleIdx="2" presStyleCnt="6">
        <dgm:presLayoutVars>
          <dgm:chMax val="0"/>
          <dgm:chPref val="0"/>
        </dgm:presLayoutVars>
      </dgm:prSet>
      <dgm:spPr/>
    </dgm:pt>
    <dgm:pt modelId="{0386A243-0C48-40F0-A402-265DA559B9DC}" type="pres">
      <dgm:prSet presAssocID="{27CB339B-3D5F-43E1-A242-3FB964FCB0FB}" presName="txSpace" presStyleCnt="0"/>
      <dgm:spPr/>
    </dgm:pt>
    <dgm:pt modelId="{88AB6A09-CD39-4327-9027-4E8BD519A12B}" type="pres">
      <dgm:prSet presAssocID="{27CB339B-3D5F-43E1-A242-3FB964FCB0FB}" presName="desTx" presStyleLbl="revTx" presStyleIdx="3" presStyleCnt="6">
        <dgm:presLayoutVars/>
      </dgm:prSet>
      <dgm:spPr/>
    </dgm:pt>
    <dgm:pt modelId="{EF858DCB-576B-4766-913E-B8A5A200518C}" type="pres">
      <dgm:prSet presAssocID="{C02B9A77-894E-4652-9C59-65FB69E0EDF4}" presName="sibTrans" presStyleCnt="0"/>
      <dgm:spPr/>
    </dgm:pt>
    <dgm:pt modelId="{2499D2CF-C7A9-4BE2-AB53-C7F9C7A64519}" type="pres">
      <dgm:prSet presAssocID="{5318AC35-06B9-40E9-84D2-5C55B100383F}" presName="compNode" presStyleCnt="0"/>
      <dgm:spPr/>
    </dgm:pt>
    <dgm:pt modelId="{29B12BEC-30E2-4D94-B752-887D9209E328}" type="pres">
      <dgm:prSet presAssocID="{5318AC35-06B9-40E9-84D2-5C55B100383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rain in head"/>
        </a:ext>
      </dgm:extLst>
    </dgm:pt>
    <dgm:pt modelId="{5B47739E-1165-4AC3-81AF-EE7873B12EF2}" type="pres">
      <dgm:prSet presAssocID="{5318AC35-06B9-40E9-84D2-5C55B100383F}" presName="iconSpace" presStyleCnt="0"/>
      <dgm:spPr/>
    </dgm:pt>
    <dgm:pt modelId="{91D93D75-FB2A-425A-92FF-9B652E153F62}" type="pres">
      <dgm:prSet presAssocID="{5318AC35-06B9-40E9-84D2-5C55B100383F}" presName="parTx" presStyleLbl="revTx" presStyleIdx="4" presStyleCnt="6">
        <dgm:presLayoutVars>
          <dgm:chMax val="0"/>
          <dgm:chPref val="0"/>
        </dgm:presLayoutVars>
      </dgm:prSet>
      <dgm:spPr/>
    </dgm:pt>
    <dgm:pt modelId="{EB378407-8943-425B-BFB5-25DBEC4E5068}" type="pres">
      <dgm:prSet presAssocID="{5318AC35-06B9-40E9-84D2-5C55B100383F}" presName="txSpace" presStyleCnt="0"/>
      <dgm:spPr/>
    </dgm:pt>
    <dgm:pt modelId="{7762313C-C891-4837-A289-58E7EA224B32}" type="pres">
      <dgm:prSet presAssocID="{5318AC35-06B9-40E9-84D2-5C55B100383F}" presName="desTx" presStyleLbl="revTx" presStyleIdx="5" presStyleCnt="6" custLinFactNeighborX="-297" custLinFactNeighborY="-683">
        <dgm:presLayoutVars/>
      </dgm:prSet>
      <dgm:spPr/>
    </dgm:pt>
  </dgm:ptLst>
  <dgm:cxnLst>
    <dgm:cxn modelId="{FF36D114-77CA-4F95-85F1-BE3117F921F2}" srcId="{5318AC35-06B9-40E9-84D2-5C55B100383F}" destId="{363779C0-06AD-448D-85CC-B8A3B36F5F5E}" srcOrd="0" destOrd="0" parTransId="{4C38B58D-A24E-4ECB-BCFC-51C0F996C760}" sibTransId="{086E645A-92EE-4F69-AF54-829962B4041B}"/>
    <dgm:cxn modelId="{AB467123-4E5E-4F70-9BDF-D8530C5053ED}" type="presOf" srcId="{590516FB-6F0D-43F9-939D-A9544A136387}" destId="{88AB6A09-CD39-4327-9027-4E8BD519A12B}" srcOrd="0" destOrd="2" presId="urn:microsoft.com/office/officeart/2018/2/layout/IconLabelDescriptionList"/>
    <dgm:cxn modelId="{1DCDFE35-041D-4230-85B2-3E9E9E457711}" srcId="{27CB339B-3D5F-43E1-A242-3FB964FCB0FB}" destId="{9FFF506B-7ACD-4BD7-9CE9-B000F8071A60}" srcOrd="1" destOrd="0" parTransId="{ED897B34-4073-488F-928A-D3A807D81567}" sibTransId="{65731E9C-CBB4-4D35-9928-61D8118EDADF}"/>
    <dgm:cxn modelId="{3DE1BC36-9FB9-4E57-B0E5-8EA3E905BE4A}" type="presOf" srcId="{061B2D34-C527-46A7-A4C1-97905300AB6C}" destId="{DEF71A8B-B078-4648-A7A2-47E1DE09B238}" srcOrd="0" destOrd="2" presId="urn:microsoft.com/office/officeart/2018/2/layout/IconLabelDescriptionList"/>
    <dgm:cxn modelId="{5240EB3C-BDDB-4C60-AE2E-10C778F88CEE}" srcId="{27CB339B-3D5F-43E1-A242-3FB964FCB0FB}" destId="{590516FB-6F0D-43F9-939D-A9544A136387}" srcOrd="2" destOrd="0" parTransId="{A3A656C1-6DBC-4EAA-B362-F2785B46FA2F}" sibTransId="{3E52DAA7-CBF4-4FC0-BD25-C0DC23886A35}"/>
    <dgm:cxn modelId="{D21EE546-C385-4891-8AF1-2266268F12AB}" srcId="{E879D479-27D3-45A2-B9EB-F2A91B60DB76}" destId="{F5D29FF0-3619-4ECA-85F7-761A5E3CD56F}" srcOrd="1" destOrd="0" parTransId="{0D9C798A-B5AE-4FA4-A4D9-1106ED24B96B}" sibTransId="{841E9AE1-0CE5-48C6-A077-432D402EE03C}"/>
    <dgm:cxn modelId="{F7079051-BB64-4E6C-9A1B-468F85DD473E}" type="presOf" srcId="{F5D29FF0-3619-4ECA-85F7-761A5E3CD56F}" destId="{DEF71A8B-B078-4648-A7A2-47E1DE09B238}" srcOrd="0" destOrd="1" presId="urn:microsoft.com/office/officeart/2018/2/layout/IconLabelDescriptionList"/>
    <dgm:cxn modelId="{50A2F65A-FCC9-4454-89DC-891737643E2C}" srcId="{5318AC35-06B9-40E9-84D2-5C55B100383F}" destId="{578E5634-EB5F-4531-8E9B-3F6DBDA9D930}" srcOrd="1" destOrd="0" parTransId="{FFEF7EE4-23AF-44DA-B604-39D0E5CD11FA}" sibTransId="{74F55CEE-E387-4BD5-A374-702CFB64F2E1}"/>
    <dgm:cxn modelId="{D1CA935D-0A74-4059-AAB4-A122315BB139}" type="presOf" srcId="{578E5634-EB5F-4531-8E9B-3F6DBDA9D930}" destId="{7762313C-C891-4837-A289-58E7EA224B32}" srcOrd="0" destOrd="1" presId="urn:microsoft.com/office/officeart/2018/2/layout/IconLabelDescriptionList"/>
    <dgm:cxn modelId="{968DDD5F-0008-4CEE-BCF1-8BD2FE768169}" type="presOf" srcId="{5318AC35-06B9-40E9-84D2-5C55B100383F}" destId="{91D93D75-FB2A-425A-92FF-9B652E153F62}" srcOrd="0" destOrd="0" presId="urn:microsoft.com/office/officeart/2018/2/layout/IconLabelDescriptionList"/>
    <dgm:cxn modelId="{D6891162-766B-4D0A-8D74-6290D34F3BC1}" srcId="{E879D479-27D3-45A2-B9EB-F2A91B60DB76}" destId="{9A982D11-90CB-445A-A794-626C0BE7E69B}" srcOrd="0" destOrd="0" parTransId="{BDB2F7F6-AA8E-429F-9FD9-7F9D3B243AA0}" sibTransId="{E1ECA0AE-63D7-4ABC-A24C-23007D6892C6}"/>
    <dgm:cxn modelId="{A4556485-EC1F-4AFD-87E6-B70F6F081465}" type="presOf" srcId="{363779C0-06AD-448D-85CC-B8A3B36F5F5E}" destId="{7762313C-C891-4837-A289-58E7EA224B32}" srcOrd="0" destOrd="0" presId="urn:microsoft.com/office/officeart/2018/2/layout/IconLabelDescriptionList"/>
    <dgm:cxn modelId="{90666B89-25DF-4BD2-9C16-D7FEC32E0744}" type="presOf" srcId="{E879D479-27D3-45A2-B9EB-F2A91B60DB76}" destId="{137A3D74-02F3-406D-9DF5-CC46BD880FF8}" srcOrd="0" destOrd="0" presId="urn:microsoft.com/office/officeart/2018/2/layout/IconLabelDescriptionList"/>
    <dgm:cxn modelId="{4F903291-81E9-4AC4-AE7B-2026CCB6FBEE}" type="presOf" srcId="{D58628A7-4325-4B2B-B196-C8E637A3F2DB}" destId="{1A49DE48-62CB-4DF5-97D8-C31F6A8BA545}" srcOrd="0" destOrd="0" presId="urn:microsoft.com/office/officeart/2018/2/layout/IconLabelDescriptionList"/>
    <dgm:cxn modelId="{608B7E91-095D-4311-8579-F14DF334282E}" type="presOf" srcId="{9FFF506B-7ACD-4BD7-9CE9-B000F8071A60}" destId="{88AB6A09-CD39-4327-9027-4E8BD519A12B}" srcOrd="0" destOrd="1" presId="urn:microsoft.com/office/officeart/2018/2/layout/IconLabelDescriptionList"/>
    <dgm:cxn modelId="{E05AB396-50B2-4315-AB25-DC08C50968FC}" srcId="{E879D479-27D3-45A2-B9EB-F2A91B60DB76}" destId="{061B2D34-C527-46A7-A4C1-97905300AB6C}" srcOrd="2" destOrd="0" parTransId="{BF5D036F-F55A-4D88-ADC7-59E5F7F97580}" sibTransId="{DF144D6B-DA5C-4266-A8DF-880D56C1206B}"/>
    <dgm:cxn modelId="{3CEFF999-C8B3-407D-A42A-3330E5F85B9F}" srcId="{D58628A7-4325-4B2B-B196-C8E637A3F2DB}" destId="{5318AC35-06B9-40E9-84D2-5C55B100383F}" srcOrd="2" destOrd="0" parTransId="{B6EFF7C4-50AA-43B4-9DFD-45D7681775CF}" sibTransId="{3BAFD429-C5E2-4C0C-932C-9A2AA7C3E014}"/>
    <dgm:cxn modelId="{CB813EB6-24FF-47E1-9B6F-1F1CE88E394A}" type="presOf" srcId="{9A982D11-90CB-445A-A794-626C0BE7E69B}" destId="{DEF71A8B-B078-4648-A7A2-47E1DE09B238}" srcOrd="0" destOrd="0" presId="urn:microsoft.com/office/officeart/2018/2/layout/IconLabelDescriptionList"/>
    <dgm:cxn modelId="{E5046FB6-B771-4DB4-A444-71C021DD2077}" type="presOf" srcId="{9F1020C8-84C0-4952-A165-AB20A18BB0AE}" destId="{88AB6A09-CD39-4327-9027-4E8BD519A12B}" srcOrd="0" destOrd="0" presId="urn:microsoft.com/office/officeart/2018/2/layout/IconLabelDescriptionList"/>
    <dgm:cxn modelId="{1139A7CD-3F07-410B-9C1E-D6D1B1D3F5A5}" srcId="{D58628A7-4325-4B2B-B196-C8E637A3F2DB}" destId="{E879D479-27D3-45A2-B9EB-F2A91B60DB76}" srcOrd="0" destOrd="0" parTransId="{2CB5BCC8-EB56-48E1-AB30-C4255510393E}" sibTransId="{1517BBE1-98DB-4773-9E94-4B97FDE5FA5C}"/>
    <dgm:cxn modelId="{B56442F4-B9D3-4903-8B5E-81213FC1CE5D}" srcId="{D58628A7-4325-4B2B-B196-C8E637A3F2DB}" destId="{27CB339B-3D5F-43E1-A242-3FB964FCB0FB}" srcOrd="1" destOrd="0" parTransId="{41EC2C7F-CDD1-438C-93B1-51D0E81B2037}" sibTransId="{C02B9A77-894E-4652-9C59-65FB69E0EDF4}"/>
    <dgm:cxn modelId="{A83673FA-C6AC-4B34-BC75-C4B3E0DC3FB9}" srcId="{27CB339B-3D5F-43E1-A242-3FB964FCB0FB}" destId="{9F1020C8-84C0-4952-A165-AB20A18BB0AE}" srcOrd="0" destOrd="0" parTransId="{64ACD6A2-3C09-4E3E-BD0B-6854CA05925E}" sibTransId="{2C553D65-C951-4CD4-9DF5-9DC17AC07C1A}"/>
    <dgm:cxn modelId="{C682ACFC-52A3-42AF-9D11-3B5FBCCB01FC}" type="presOf" srcId="{27CB339B-3D5F-43E1-A242-3FB964FCB0FB}" destId="{8B828A94-8216-41E5-8071-949A3832941C}" srcOrd="0" destOrd="0" presId="urn:microsoft.com/office/officeart/2018/2/layout/IconLabelDescriptionList"/>
    <dgm:cxn modelId="{249DB08B-5135-47B0-8397-F655981DD625}" type="presParOf" srcId="{1A49DE48-62CB-4DF5-97D8-C31F6A8BA545}" destId="{D69A6086-D33C-4E37-8F54-E350C846C19B}" srcOrd="0" destOrd="0" presId="urn:microsoft.com/office/officeart/2018/2/layout/IconLabelDescriptionList"/>
    <dgm:cxn modelId="{FEB458E1-0880-4456-BC20-D720182B4E66}" type="presParOf" srcId="{D69A6086-D33C-4E37-8F54-E350C846C19B}" destId="{4A38C032-C7F1-4E57-A8DD-AB293AD48621}" srcOrd="0" destOrd="0" presId="urn:microsoft.com/office/officeart/2018/2/layout/IconLabelDescriptionList"/>
    <dgm:cxn modelId="{2D8C0C86-01E9-4676-A18E-51013D70B72F}" type="presParOf" srcId="{D69A6086-D33C-4E37-8F54-E350C846C19B}" destId="{3625658B-9891-4BE5-8EB7-813E7105E6B5}" srcOrd="1" destOrd="0" presId="urn:microsoft.com/office/officeart/2018/2/layout/IconLabelDescriptionList"/>
    <dgm:cxn modelId="{C7074AF7-CB0C-4E10-94E4-5A72D311ADA1}" type="presParOf" srcId="{D69A6086-D33C-4E37-8F54-E350C846C19B}" destId="{137A3D74-02F3-406D-9DF5-CC46BD880FF8}" srcOrd="2" destOrd="0" presId="urn:microsoft.com/office/officeart/2018/2/layout/IconLabelDescriptionList"/>
    <dgm:cxn modelId="{D0F44E14-A5AF-4554-AFC8-0E29222C5DEC}" type="presParOf" srcId="{D69A6086-D33C-4E37-8F54-E350C846C19B}" destId="{978AF93F-0841-42B5-8017-6226EB82621E}" srcOrd="3" destOrd="0" presId="urn:microsoft.com/office/officeart/2018/2/layout/IconLabelDescriptionList"/>
    <dgm:cxn modelId="{CFFD496A-26CE-435F-A781-D2324DFAB2C9}" type="presParOf" srcId="{D69A6086-D33C-4E37-8F54-E350C846C19B}" destId="{DEF71A8B-B078-4648-A7A2-47E1DE09B238}" srcOrd="4" destOrd="0" presId="urn:microsoft.com/office/officeart/2018/2/layout/IconLabelDescriptionList"/>
    <dgm:cxn modelId="{FAA5C76D-4F64-4875-B48D-D18EB689A9E5}" type="presParOf" srcId="{1A49DE48-62CB-4DF5-97D8-C31F6A8BA545}" destId="{D056AB8B-7069-47A4-A13B-DA7637A2E6E1}" srcOrd="1" destOrd="0" presId="urn:microsoft.com/office/officeart/2018/2/layout/IconLabelDescriptionList"/>
    <dgm:cxn modelId="{98239036-3175-41CE-9690-8B5556008C02}" type="presParOf" srcId="{1A49DE48-62CB-4DF5-97D8-C31F6A8BA545}" destId="{A5631BDC-8C92-4D16-8DB1-CDF66E6CE0B5}" srcOrd="2" destOrd="0" presId="urn:microsoft.com/office/officeart/2018/2/layout/IconLabelDescriptionList"/>
    <dgm:cxn modelId="{D202994F-13A7-4658-A533-1C0C12AF3943}" type="presParOf" srcId="{A5631BDC-8C92-4D16-8DB1-CDF66E6CE0B5}" destId="{927ECE28-5352-49C5-AA05-0FF8F295372C}" srcOrd="0" destOrd="0" presId="urn:microsoft.com/office/officeart/2018/2/layout/IconLabelDescriptionList"/>
    <dgm:cxn modelId="{8292D466-7D25-48BA-AB9B-7416B8C0F0D7}" type="presParOf" srcId="{A5631BDC-8C92-4D16-8DB1-CDF66E6CE0B5}" destId="{C7B829EB-0645-4114-B570-F2E2A1EA57BF}" srcOrd="1" destOrd="0" presId="urn:microsoft.com/office/officeart/2018/2/layout/IconLabelDescriptionList"/>
    <dgm:cxn modelId="{6914553E-C5D9-45C9-8E3D-B06F4D304264}" type="presParOf" srcId="{A5631BDC-8C92-4D16-8DB1-CDF66E6CE0B5}" destId="{8B828A94-8216-41E5-8071-949A3832941C}" srcOrd="2" destOrd="0" presId="urn:microsoft.com/office/officeart/2018/2/layout/IconLabelDescriptionList"/>
    <dgm:cxn modelId="{4216182B-A5CF-4A3E-A94D-4305271AC88C}" type="presParOf" srcId="{A5631BDC-8C92-4D16-8DB1-CDF66E6CE0B5}" destId="{0386A243-0C48-40F0-A402-265DA559B9DC}" srcOrd="3" destOrd="0" presId="urn:microsoft.com/office/officeart/2018/2/layout/IconLabelDescriptionList"/>
    <dgm:cxn modelId="{04FC2536-C39E-4988-9BAA-2C490230969B}" type="presParOf" srcId="{A5631BDC-8C92-4D16-8DB1-CDF66E6CE0B5}" destId="{88AB6A09-CD39-4327-9027-4E8BD519A12B}" srcOrd="4" destOrd="0" presId="urn:microsoft.com/office/officeart/2018/2/layout/IconLabelDescriptionList"/>
    <dgm:cxn modelId="{549361DE-E0A8-408D-B8AF-027A8E904543}" type="presParOf" srcId="{1A49DE48-62CB-4DF5-97D8-C31F6A8BA545}" destId="{EF858DCB-576B-4766-913E-B8A5A200518C}" srcOrd="3" destOrd="0" presId="urn:microsoft.com/office/officeart/2018/2/layout/IconLabelDescriptionList"/>
    <dgm:cxn modelId="{CA8A1909-DF71-457B-B8BB-A9F9359619F2}" type="presParOf" srcId="{1A49DE48-62CB-4DF5-97D8-C31F6A8BA545}" destId="{2499D2CF-C7A9-4BE2-AB53-C7F9C7A64519}" srcOrd="4" destOrd="0" presId="urn:microsoft.com/office/officeart/2018/2/layout/IconLabelDescriptionList"/>
    <dgm:cxn modelId="{C5A0037D-8F72-474E-9BB1-7378B3589059}" type="presParOf" srcId="{2499D2CF-C7A9-4BE2-AB53-C7F9C7A64519}" destId="{29B12BEC-30E2-4D94-B752-887D9209E328}" srcOrd="0" destOrd="0" presId="urn:microsoft.com/office/officeart/2018/2/layout/IconLabelDescriptionList"/>
    <dgm:cxn modelId="{202FC01A-3B66-4F69-B0C7-146EC2759815}" type="presParOf" srcId="{2499D2CF-C7A9-4BE2-AB53-C7F9C7A64519}" destId="{5B47739E-1165-4AC3-81AF-EE7873B12EF2}" srcOrd="1" destOrd="0" presId="urn:microsoft.com/office/officeart/2018/2/layout/IconLabelDescriptionList"/>
    <dgm:cxn modelId="{6BDCA36C-DAD8-487D-ADD2-F594BD53CD61}" type="presParOf" srcId="{2499D2CF-C7A9-4BE2-AB53-C7F9C7A64519}" destId="{91D93D75-FB2A-425A-92FF-9B652E153F62}" srcOrd="2" destOrd="0" presId="urn:microsoft.com/office/officeart/2018/2/layout/IconLabelDescriptionList"/>
    <dgm:cxn modelId="{25C81D99-FAAF-433B-BFA1-E1D15F0F5A29}" type="presParOf" srcId="{2499D2CF-C7A9-4BE2-AB53-C7F9C7A64519}" destId="{EB378407-8943-425B-BFB5-25DBEC4E5068}" srcOrd="3" destOrd="0" presId="urn:microsoft.com/office/officeart/2018/2/layout/IconLabelDescriptionList"/>
    <dgm:cxn modelId="{0868F034-24EB-4763-B2D2-7E9B81DD6922}" type="presParOf" srcId="{2499D2CF-C7A9-4BE2-AB53-C7F9C7A64519}" destId="{7762313C-C891-4837-A289-58E7EA224B32}"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064E423-1313-415E-862F-D5AF88DDD014}" type="doc">
      <dgm:prSet loTypeId="urn:microsoft.com/office/officeart/2018/5/layout/CenteredIconLabelDescriptionList" loCatId="icon" qsTypeId="urn:microsoft.com/office/officeart/2005/8/quickstyle/simple1" qsCatId="simple" csTypeId="urn:microsoft.com/office/officeart/2018/5/colors/Iconchunking_neutralbg_colorful2" csCatId="colorful" phldr="1"/>
      <dgm:spPr/>
      <dgm:t>
        <a:bodyPr/>
        <a:lstStyle/>
        <a:p>
          <a:endParaRPr lang="en-US"/>
        </a:p>
      </dgm:t>
    </dgm:pt>
    <dgm:pt modelId="{F8025C73-1E26-497E-85D6-1C73C296B5B3}">
      <dgm:prSet/>
      <dgm:spPr/>
      <dgm:t>
        <a:bodyPr/>
        <a:lstStyle/>
        <a:p>
          <a:pPr>
            <a:lnSpc>
              <a:spcPct val="100000"/>
            </a:lnSpc>
            <a:defRPr b="1"/>
          </a:pPr>
          <a:r>
            <a:rPr lang="en-CA" b="1" dirty="0"/>
            <a:t>Why we don’t self‑host GPT‑5.1</a:t>
          </a:r>
          <a:endParaRPr lang="en-US" dirty="0"/>
        </a:p>
      </dgm:t>
    </dgm:pt>
    <dgm:pt modelId="{B1905A09-DDC7-4A19-AB07-A3B87E745FCC}" type="parTrans" cxnId="{C96E2BC7-3548-4380-84CB-D849E2150A20}">
      <dgm:prSet/>
      <dgm:spPr/>
      <dgm:t>
        <a:bodyPr/>
        <a:lstStyle/>
        <a:p>
          <a:endParaRPr lang="en-US"/>
        </a:p>
      </dgm:t>
    </dgm:pt>
    <dgm:pt modelId="{737BDC16-1304-4121-BA68-6EDC7AABCB00}" type="sibTrans" cxnId="{C96E2BC7-3548-4380-84CB-D849E2150A20}">
      <dgm:prSet/>
      <dgm:spPr/>
      <dgm:t>
        <a:bodyPr/>
        <a:lstStyle/>
        <a:p>
          <a:endParaRPr lang="en-US"/>
        </a:p>
      </dgm:t>
    </dgm:pt>
    <dgm:pt modelId="{BFF3D4A8-4297-4C85-9203-44C12C746F57}">
      <dgm:prSet/>
      <dgm:spPr/>
      <dgm:t>
        <a:bodyPr/>
        <a:lstStyle/>
        <a:p>
          <a:pPr>
            <a:lnSpc>
              <a:spcPct val="100000"/>
            </a:lnSpc>
          </a:pPr>
          <a:r>
            <a:rPr lang="en-CA" b="1" dirty="0"/>
            <a:t>GPU cost:</a:t>
          </a:r>
          <a:r>
            <a:rPr lang="en-CA" dirty="0"/>
            <a:t> Requires many high‑end GPUs to serve low‑latency responses.</a:t>
          </a:r>
          <a:endParaRPr lang="en-US" dirty="0"/>
        </a:p>
      </dgm:t>
    </dgm:pt>
    <dgm:pt modelId="{78015BB2-7CFE-45A4-BCEE-136EB7A76AAD}" type="parTrans" cxnId="{3FF32C32-2A3E-4BA8-AEC2-7920BC4013E5}">
      <dgm:prSet/>
      <dgm:spPr/>
      <dgm:t>
        <a:bodyPr/>
        <a:lstStyle/>
        <a:p>
          <a:endParaRPr lang="en-US"/>
        </a:p>
      </dgm:t>
    </dgm:pt>
    <dgm:pt modelId="{5D52B855-F3D4-4A17-AAC4-CDD8364A645F}" type="sibTrans" cxnId="{3FF32C32-2A3E-4BA8-AEC2-7920BC4013E5}">
      <dgm:prSet/>
      <dgm:spPr/>
      <dgm:t>
        <a:bodyPr/>
        <a:lstStyle/>
        <a:p>
          <a:endParaRPr lang="en-US"/>
        </a:p>
      </dgm:t>
    </dgm:pt>
    <dgm:pt modelId="{44D0A46A-5342-4E12-B861-6C012C880A5C}">
      <dgm:prSet/>
      <dgm:spPr/>
      <dgm:t>
        <a:bodyPr/>
        <a:lstStyle/>
        <a:p>
          <a:pPr>
            <a:lnSpc>
              <a:spcPct val="100000"/>
            </a:lnSpc>
          </a:pPr>
          <a:r>
            <a:rPr lang="en-CA" b="1" dirty="0"/>
            <a:t>Operational load:</a:t>
          </a:r>
          <a:r>
            <a:rPr lang="en-CA" dirty="0"/>
            <a:t> 24/7 monitoring, scaling, security, model updates.</a:t>
          </a:r>
          <a:endParaRPr lang="en-US" dirty="0"/>
        </a:p>
      </dgm:t>
    </dgm:pt>
    <dgm:pt modelId="{D2B9DD54-0C38-4D30-A29F-C5B665E4800D}" type="parTrans" cxnId="{7D28662D-3104-4257-B19D-0246B17962F1}">
      <dgm:prSet/>
      <dgm:spPr/>
      <dgm:t>
        <a:bodyPr/>
        <a:lstStyle/>
        <a:p>
          <a:endParaRPr lang="en-US"/>
        </a:p>
      </dgm:t>
    </dgm:pt>
    <dgm:pt modelId="{71D05D89-5242-4B56-B410-082FDDCB5CE3}" type="sibTrans" cxnId="{7D28662D-3104-4257-B19D-0246B17962F1}">
      <dgm:prSet/>
      <dgm:spPr/>
      <dgm:t>
        <a:bodyPr/>
        <a:lstStyle/>
        <a:p>
          <a:endParaRPr lang="en-US"/>
        </a:p>
      </dgm:t>
    </dgm:pt>
    <dgm:pt modelId="{A50C04D1-4DC7-471A-AC5B-1FC456A35733}">
      <dgm:prSet/>
      <dgm:spPr/>
      <dgm:t>
        <a:bodyPr/>
        <a:lstStyle/>
        <a:p>
          <a:pPr>
            <a:lnSpc>
              <a:spcPct val="100000"/>
            </a:lnSpc>
          </a:pPr>
          <a:r>
            <a:rPr lang="en-CA" b="1"/>
            <a:t>Trade‑off:</a:t>
          </a:r>
          <a:r>
            <a:rPr lang="en-CA"/>
            <a:t> Money and time pulled away from actual genetics and farm research.</a:t>
          </a:r>
          <a:endParaRPr lang="en-US"/>
        </a:p>
      </dgm:t>
    </dgm:pt>
    <dgm:pt modelId="{B38508BF-BCBC-46F4-A26E-0B360232C08B}" type="parTrans" cxnId="{6294507B-C536-4487-BA91-E49B604BBEC8}">
      <dgm:prSet/>
      <dgm:spPr/>
      <dgm:t>
        <a:bodyPr/>
        <a:lstStyle/>
        <a:p>
          <a:endParaRPr lang="en-US"/>
        </a:p>
      </dgm:t>
    </dgm:pt>
    <dgm:pt modelId="{3F677771-80C9-46B1-987A-1E4E4C10AB34}" type="sibTrans" cxnId="{6294507B-C536-4487-BA91-E49B604BBEC8}">
      <dgm:prSet/>
      <dgm:spPr/>
      <dgm:t>
        <a:bodyPr/>
        <a:lstStyle/>
        <a:p>
          <a:endParaRPr lang="en-US"/>
        </a:p>
      </dgm:t>
    </dgm:pt>
    <dgm:pt modelId="{46A82C81-83C1-41A7-BB21-67920EC06E6D}">
      <dgm:prSet/>
      <dgm:spPr/>
      <dgm:t>
        <a:bodyPr/>
        <a:lstStyle/>
        <a:p>
          <a:pPr>
            <a:lnSpc>
              <a:spcPct val="100000"/>
            </a:lnSpc>
            <a:defRPr b="1"/>
          </a:pPr>
          <a:r>
            <a:rPr lang="en-CA" b="1" dirty="0"/>
            <a:t>Our practical decision</a:t>
          </a:r>
          <a:endParaRPr lang="en-US" dirty="0"/>
        </a:p>
      </dgm:t>
    </dgm:pt>
    <dgm:pt modelId="{A0CD8C7E-2E7B-452B-9E5D-CB2B56B3681B}" type="parTrans" cxnId="{F8C36956-337B-4D7D-A258-C3C93A09277F}">
      <dgm:prSet/>
      <dgm:spPr/>
      <dgm:t>
        <a:bodyPr/>
        <a:lstStyle/>
        <a:p>
          <a:endParaRPr lang="en-US"/>
        </a:p>
      </dgm:t>
    </dgm:pt>
    <dgm:pt modelId="{3A9B5772-FA1C-4B71-88C3-A3B6C07F62E8}" type="sibTrans" cxnId="{F8C36956-337B-4D7D-A258-C3C93A09277F}">
      <dgm:prSet/>
      <dgm:spPr/>
      <dgm:t>
        <a:bodyPr/>
        <a:lstStyle/>
        <a:p>
          <a:endParaRPr lang="en-US"/>
        </a:p>
      </dgm:t>
    </dgm:pt>
    <dgm:pt modelId="{BE0BEA66-C6A9-4AEE-AC9D-FF405AF1AD12}">
      <dgm:prSet/>
      <dgm:spPr/>
      <dgm:t>
        <a:bodyPr/>
        <a:lstStyle/>
        <a:p>
          <a:pPr>
            <a:lnSpc>
              <a:spcPct val="100000"/>
            </a:lnSpc>
          </a:pPr>
          <a:r>
            <a:rPr lang="en-CA" dirty="0"/>
            <a:t>Use a </a:t>
          </a:r>
          <a:r>
            <a:rPr lang="en-CA" b="1" dirty="0"/>
            <a:t>managed GPT‑5.1‑class model via API</a:t>
          </a:r>
          <a:r>
            <a:rPr lang="en-CA" dirty="0"/>
            <a:t> (no GPUs for us to run).</a:t>
          </a:r>
          <a:endParaRPr lang="en-US" dirty="0"/>
        </a:p>
      </dgm:t>
    </dgm:pt>
    <dgm:pt modelId="{0EA9B573-9C8E-4BC5-9D32-5EB07451F8FA}" type="parTrans" cxnId="{20C87726-DE7D-488B-AC1D-E3764821B810}">
      <dgm:prSet/>
      <dgm:spPr/>
      <dgm:t>
        <a:bodyPr/>
        <a:lstStyle/>
        <a:p>
          <a:endParaRPr lang="en-US"/>
        </a:p>
      </dgm:t>
    </dgm:pt>
    <dgm:pt modelId="{20C142C3-01C9-4515-B044-1A5DE9C23A5A}" type="sibTrans" cxnId="{20C87726-DE7D-488B-AC1D-E3764821B810}">
      <dgm:prSet/>
      <dgm:spPr/>
      <dgm:t>
        <a:bodyPr/>
        <a:lstStyle/>
        <a:p>
          <a:endParaRPr lang="en-US"/>
        </a:p>
      </dgm:t>
    </dgm:pt>
    <dgm:pt modelId="{CAE3F83D-F29A-44B4-8402-54BC995B35F0}">
      <dgm:prSet/>
      <dgm:spPr/>
      <dgm:t>
        <a:bodyPr/>
        <a:lstStyle/>
        <a:p>
          <a:pPr>
            <a:lnSpc>
              <a:spcPct val="100000"/>
            </a:lnSpc>
          </a:pPr>
          <a:r>
            <a:rPr lang="en-CA"/>
            <a:t>Focus our engineering effort on a strong </a:t>
          </a:r>
          <a:r>
            <a:rPr lang="en-CA" b="1"/>
            <a:t>RAG layer</a:t>
          </a:r>
          <a:r>
            <a:rPr lang="en-CA"/>
            <a:t>:</a:t>
          </a:r>
          <a:endParaRPr lang="en-US"/>
        </a:p>
      </dgm:t>
    </dgm:pt>
    <dgm:pt modelId="{696E23BE-B391-4A76-853E-90D011B5AFB3}" type="parTrans" cxnId="{1628D778-93A9-45EC-BAA6-6D95BB0F9571}">
      <dgm:prSet/>
      <dgm:spPr/>
      <dgm:t>
        <a:bodyPr/>
        <a:lstStyle/>
        <a:p>
          <a:endParaRPr lang="en-US"/>
        </a:p>
      </dgm:t>
    </dgm:pt>
    <dgm:pt modelId="{B79F8F87-FD3B-4A27-83FB-6E83C08F6ED0}" type="sibTrans" cxnId="{1628D778-93A9-45EC-BAA6-6D95BB0F9571}">
      <dgm:prSet/>
      <dgm:spPr/>
      <dgm:t>
        <a:bodyPr/>
        <a:lstStyle/>
        <a:p>
          <a:endParaRPr lang="en-US"/>
        </a:p>
      </dgm:t>
    </dgm:pt>
    <dgm:pt modelId="{14DBD025-9573-4A61-914B-7A71D84F055A}">
      <dgm:prSet/>
      <dgm:spPr/>
      <dgm:t>
        <a:bodyPr/>
        <a:lstStyle/>
        <a:p>
          <a:r>
            <a:rPr lang="en-CA"/>
            <a:t>Farm records, genomic analyses, trial data.</a:t>
          </a:r>
          <a:endParaRPr lang="en-US"/>
        </a:p>
      </dgm:t>
    </dgm:pt>
    <dgm:pt modelId="{58BBE3D0-FF4D-4C3F-ABA1-50C09F401578}" type="parTrans" cxnId="{826E74A4-231F-43F1-9BB0-49B950E816AC}">
      <dgm:prSet/>
      <dgm:spPr/>
      <dgm:t>
        <a:bodyPr/>
        <a:lstStyle/>
        <a:p>
          <a:endParaRPr lang="en-US"/>
        </a:p>
      </dgm:t>
    </dgm:pt>
    <dgm:pt modelId="{9913F6C7-CCA3-4834-BE45-9D0807E9CC9D}" type="sibTrans" cxnId="{826E74A4-231F-43F1-9BB0-49B950E816AC}">
      <dgm:prSet/>
      <dgm:spPr/>
      <dgm:t>
        <a:bodyPr/>
        <a:lstStyle/>
        <a:p>
          <a:endParaRPr lang="en-US"/>
        </a:p>
      </dgm:t>
    </dgm:pt>
    <dgm:pt modelId="{AA80A1BE-E909-4C95-B80C-3A9524136948}">
      <dgm:prSet/>
      <dgm:spPr/>
      <dgm:t>
        <a:bodyPr/>
        <a:lstStyle/>
        <a:p>
          <a:r>
            <a:rPr lang="en-CA"/>
            <a:t>Journal APIs (PubMed, Nature, etc.) and internal documents.</a:t>
          </a:r>
          <a:endParaRPr lang="en-US"/>
        </a:p>
      </dgm:t>
    </dgm:pt>
    <dgm:pt modelId="{8AF90A34-8888-450E-B700-6EDF01C92BEE}" type="parTrans" cxnId="{513A831F-E456-4E95-89FD-420266F6F57A}">
      <dgm:prSet/>
      <dgm:spPr/>
      <dgm:t>
        <a:bodyPr/>
        <a:lstStyle/>
        <a:p>
          <a:endParaRPr lang="en-US"/>
        </a:p>
      </dgm:t>
    </dgm:pt>
    <dgm:pt modelId="{68B4CF66-D159-4197-A550-B4FC0B2328BB}" type="sibTrans" cxnId="{513A831F-E456-4E95-89FD-420266F6F57A}">
      <dgm:prSet/>
      <dgm:spPr/>
      <dgm:t>
        <a:bodyPr/>
        <a:lstStyle/>
        <a:p>
          <a:endParaRPr lang="en-US"/>
        </a:p>
      </dgm:t>
    </dgm:pt>
    <dgm:pt modelId="{C296E3BF-8FAF-4BC6-B550-820D4D4EC050}">
      <dgm:prSet/>
      <dgm:spPr/>
      <dgm:t>
        <a:bodyPr/>
        <a:lstStyle/>
        <a:p>
          <a:pPr>
            <a:lnSpc>
              <a:spcPct val="100000"/>
            </a:lnSpc>
            <a:defRPr b="1"/>
          </a:pPr>
          <a:r>
            <a:rPr lang="en-CA" b="1" dirty="0"/>
            <a:t>Benefits of RAG‑first</a:t>
          </a:r>
          <a:endParaRPr lang="en-US" dirty="0"/>
        </a:p>
      </dgm:t>
    </dgm:pt>
    <dgm:pt modelId="{1DE4E315-0D4F-41AA-A9E3-86580D43308B}" type="parTrans" cxnId="{55E5C409-D86D-4090-9F42-D8D981528643}">
      <dgm:prSet/>
      <dgm:spPr/>
      <dgm:t>
        <a:bodyPr/>
        <a:lstStyle/>
        <a:p>
          <a:endParaRPr lang="en-US"/>
        </a:p>
      </dgm:t>
    </dgm:pt>
    <dgm:pt modelId="{90344936-E38A-4EF9-89AC-CC87D9452ADB}" type="sibTrans" cxnId="{55E5C409-D86D-4090-9F42-D8D981528643}">
      <dgm:prSet/>
      <dgm:spPr/>
      <dgm:t>
        <a:bodyPr/>
        <a:lstStyle/>
        <a:p>
          <a:endParaRPr lang="en-US"/>
        </a:p>
      </dgm:t>
    </dgm:pt>
    <dgm:pt modelId="{E644D208-B4BC-4206-A53E-6AB0B981B80B}">
      <dgm:prSet/>
      <dgm:spPr/>
      <dgm:t>
        <a:bodyPr/>
        <a:lstStyle/>
        <a:p>
          <a:pPr>
            <a:lnSpc>
              <a:spcPct val="100000"/>
            </a:lnSpc>
          </a:pPr>
          <a:r>
            <a:rPr lang="en-CA"/>
            <a:t>Much lower infrastructure and maintenance cost.</a:t>
          </a:r>
          <a:endParaRPr lang="en-US"/>
        </a:p>
      </dgm:t>
    </dgm:pt>
    <dgm:pt modelId="{F1ED67EE-3145-46B7-9D85-70D29FD33F78}" type="parTrans" cxnId="{6B35FE4A-8802-4A26-8FBE-174087067CD1}">
      <dgm:prSet/>
      <dgm:spPr/>
      <dgm:t>
        <a:bodyPr/>
        <a:lstStyle/>
        <a:p>
          <a:endParaRPr lang="en-US"/>
        </a:p>
      </dgm:t>
    </dgm:pt>
    <dgm:pt modelId="{6FDE15BC-FF2C-4B23-80F7-AC93ED5D648B}" type="sibTrans" cxnId="{6B35FE4A-8802-4A26-8FBE-174087067CD1}">
      <dgm:prSet/>
      <dgm:spPr/>
      <dgm:t>
        <a:bodyPr/>
        <a:lstStyle/>
        <a:p>
          <a:endParaRPr lang="en-US"/>
        </a:p>
      </dgm:t>
    </dgm:pt>
    <dgm:pt modelId="{60245B31-D004-4C1E-85B4-453B69D52FB8}">
      <dgm:prSet/>
      <dgm:spPr/>
      <dgm:t>
        <a:bodyPr/>
        <a:lstStyle/>
        <a:p>
          <a:pPr>
            <a:lnSpc>
              <a:spcPct val="100000"/>
            </a:lnSpc>
          </a:pPr>
          <a:r>
            <a:rPr lang="en-CA" dirty="0"/>
            <a:t>Easy to update: change or add data sources instead of retraining the model.</a:t>
          </a:r>
          <a:endParaRPr lang="en-US" dirty="0"/>
        </a:p>
      </dgm:t>
    </dgm:pt>
    <dgm:pt modelId="{76CD5FC4-3CC6-40B7-8321-A98D94BBE3B7}" type="parTrans" cxnId="{A69D4891-4A57-4CD6-9247-1E64308B044C}">
      <dgm:prSet/>
      <dgm:spPr/>
      <dgm:t>
        <a:bodyPr/>
        <a:lstStyle/>
        <a:p>
          <a:endParaRPr lang="en-US"/>
        </a:p>
      </dgm:t>
    </dgm:pt>
    <dgm:pt modelId="{ACF6AF3A-715D-4FBE-A754-217A21F9BB05}" type="sibTrans" cxnId="{A69D4891-4A57-4CD6-9247-1E64308B044C}">
      <dgm:prSet/>
      <dgm:spPr/>
      <dgm:t>
        <a:bodyPr/>
        <a:lstStyle/>
        <a:p>
          <a:endParaRPr lang="en-US"/>
        </a:p>
      </dgm:t>
    </dgm:pt>
    <dgm:pt modelId="{E46F46FF-9028-4917-8204-D9A5BB5B5B27}">
      <dgm:prSet/>
      <dgm:spPr/>
      <dgm:t>
        <a:bodyPr/>
        <a:lstStyle/>
        <a:p>
          <a:pPr>
            <a:lnSpc>
              <a:spcPct val="100000"/>
            </a:lnSpc>
          </a:pPr>
          <a:r>
            <a:rPr lang="en-CA"/>
            <a:t>Answers are grounded in our evidence, not the model’s guesses.</a:t>
          </a:r>
          <a:endParaRPr lang="en-US"/>
        </a:p>
      </dgm:t>
    </dgm:pt>
    <dgm:pt modelId="{45774966-8A04-46DF-B2E8-59E426DD531A}" type="parTrans" cxnId="{78D55E6F-599B-4D8F-BF9C-CD46327AB7FF}">
      <dgm:prSet/>
      <dgm:spPr/>
      <dgm:t>
        <a:bodyPr/>
        <a:lstStyle/>
        <a:p>
          <a:endParaRPr lang="en-US"/>
        </a:p>
      </dgm:t>
    </dgm:pt>
    <dgm:pt modelId="{3DCDD0CF-6004-4902-AE70-B66CBCF0AFF9}" type="sibTrans" cxnId="{78D55E6F-599B-4D8F-BF9C-CD46327AB7FF}">
      <dgm:prSet/>
      <dgm:spPr/>
      <dgm:t>
        <a:bodyPr/>
        <a:lstStyle/>
        <a:p>
          <a:endParaRPr lang="en-US"/>
        </a:p>
      </dgm:t>
    </dgm:pt>
    <dgm:pt modelId="{BA354694-83B9-41B9-97C2-89362A1B3810}" type="pres">
      <dgm:prSet presAssocID="{0064E423-1313-415E-862F-D5AF88DDD014}" presName="root" presStyleCnt="0">
        <dgm:presLayoutVars>
          <dgm:dir/>
          <dgm:resizeHandles val="exact"/>
        </dgm:presLayoutVars>
      </dgm:prSet>
      <dgm:spPr/>
    </dgm:pt>
    <dgm:pt modelId="{00CBCC69-5B7F-4E5A-80EA-034DF709C583}" type="pres">
      <dgm:prSet presAssocID="{F8025C73-1E26-497E-85D6-1C73C296B5B3}" presName="compNode" presStyleCnt="0"/>
      <dgm:spPr/>
    </dgm:pt>
    <dgm:pt modelId="{9C0D3EE2-6B7F-4441-8877-854D5A7C36F4}" type="pres">
      <dgm:prSet presAssocID="{F8025C73-1E26-497E-85D6-1C73C296B5B3}"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grammer"/>
        </a:ext>
      </dgm:extLst>
    </dgm:pt>
    <dgm:pt modelId="{214FB2F7-6151-4C86-8496-9E4D92D7CCAF}" type="pres">
      <dgm:prSet presAssocID="{F8025C73-1E26-497E-85D6-1C73C296B5B3}" presName="iconSpace" presStyleCnt="0"/>
      <dgm:spPr/>
    </dgm:pt>
    <dgm:pt modelId="{1B2E7D8C-D089-4E12-83B8-9AE18356F3F4}" type="pres">
      <dgm:prSet presAssocID="{F8025C73-1E26-497E-85D6-1C73C296B5B3}" presName="parTx" presStyleLbl="revTx" presStyleIdx="0" presStyleCnt="6">
        <dgm:presLayoutVars>
          <dgm:chMax val="0"/>
          <dgm:chPref val="0"/>
        </dgm:presLayoutVars>
      </dgm:prSet>
      <dgm:spPr/>
    </dgm:pt>
    <dgm:pt modelId="{14EAF477-84C6-4267-8CC2-24F2F35649DC}" type="pres">
      <dgm:prSet presAssocID="{F8025C73-1E26-497E-85D6-1C73C296B5B3}" presName="txSpace" presStyleCnt="0"/>
      <dgm:spPr/>
    </dgm:pt>
    <dgm:pt modelId="{39281E9F-00C9-4D1D-AA66-88110A766E60}" type="pres">
      <dgm:prSet presAssocID="{F8025C73-1E26-497E-85D6-1C73C296B5B3}" presName="desTx" presStyleLbl="revTx" presStyleIdx="1" presStyleCnt="6">
        <dgm:presLayoutVars/>
      </dgm:prSet>
      <dgm:spPr/>
    </dgm:pt>
    <dgm:pt modelId="{50A51074-C399-45E3-99BD-84CB4D20AA26}" type="pres">
      <dgm:prSet presAssocID="{737BDC16-1304-4121-BA68-6EDC7AABCB00}" presName="sibTrans" presStyleCnt="0"/>
      <dgm:spPr/>
    </dgm:pt>
    <dgm:pt modelId="{8EEE1339-3236-45DA-B91C-CC16C257DC7F}" type="pres">
      <dgm:prSet presAssocID="{46A82C81-83C1-41A7-BB21-67920EC06E6D}" presName="compNode" presStyleCnt="0"/>
      <dgm:spPr/>
    </dgm:pt>
    <dgm:pt modelId="{273346AD-4BFD-4B73-9AB6-1818C4AD269A}" type="pres">
      <dgm:prSet presAssocID="{46A82C81-83C1-41A7-BB21-67920EC06E6D}"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Robot"/>
        </a:ext>
      </dgm:extLst>
    </dgm:pt>
    <dgm:pt modelId="{3B84E0F0-5838-4B6A-B6C5-DC535DE7902B}" type="pres">
      <dgm:prSet presAssocID="{46A82C81-83C1-41A7-BB21-67920EC06E6D}" presName="iconSpace" presStyleCnt="0"/>
      <dgm:spPr/>
    </dgm:pt>
    <dgm:pt modelId="{73DE4063-AA6F-43AA-8940-E7359961F9F2}" type="pres">
      <dgm:prSet presAssocID="{46A82C81-83C1-41A7-BB21-67920EC06E6D}" presName="parTx" presStyleLbl="revTx" presStyleIdx="2" presStyleCnt="6">
        <dgm:presLayoutVars>
          <dgm:chMax val="0"/>
          <dgm:chPref val="0"/>
        </dgm:presLayoutVars>
      </dgm:prSet>
      <dgm:spPr/>
    </dgm:pt>
    <dgm:pt modelId="{D7B83356-1140-41D3-95B2-6C546DE2FD3F}" type="pres">
      <dgm:prSet presAssocID="{46A82C81-83C1-41A7-BB21-67920EC06E6D}" presName="txSpace" presStyleCnt="0"/>
      <dgm:spPr/>
    </dgm:pt>
    <dgm:pt modelId="{B98F573C-6D00-4259-A644-9C213B7E44CA}" type="pres">
      <dgm:prSet presAssocID="{46A82C81-83C1-41A7-BB21-67920EC06E6D}" presName="desTx" presStyleLbl="revTx" presStyleIdx="3" presStyleCnt="6">
        <dgm:presLayoutVars/>
      </dgm:prSet>
      <dgm:spPr/>
    </dgm:pt>
    <dgm:pt modelId="{CDB504C4-27CF-47F8-BEFF-6D073DD881E5}" type="pres">
      <dgm:prSet presAssocID="{3A9B5772-FA1C-4B71-88C3-A3B6C07F62E8}" presName="sibTrans" presStyleCnt="0"/>
      <dgm:spPr/>
    </dgm:pt>
    <dgm:pt modelId="{FCC794C6-7D79-42B2-9E15-F61E296287F6}" type="pres">
      <dgm:prSet presAssocID="{C296E3BF-8FAF-4BC6-B550-820D4D4EC050}" presName="compNode" presStyleCnt="0"/>
      <dgm:spPr/>
    </dgm:pt>
    <dgm:pt modelId="{97B0F5D0-EA3A-4013-AFFE-CAE22F94CCD8}" type="pres">
      <dgm:prSet presAssocID="{C296E3BF-8FAF-4BC6-B550-820D4D4EC05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aw blade"/>
        </a:ext>
      </dgm:extLst>
    </dgm:pt>
    <dgm:pt modelId="{F6306496-E88B-4AA0-94BE-CCD987177C1A}" type="pres">
      <dgm:prSet presAssocID="{C296E3BF-8FAF-4BC6-B550-820D4D4EC050}" presName="iconSpace" presStyleCnt="0"/>
      <dgm:spPr/>
    </dgm:pt>
    <dgm:pt modelId="{57B3A578-4BFD-4A68-B3EC-9AC4F9B2FB9E}" type="pres">
      <dgm:prSet presAssocID="{C296E3BF-8FAF-4BC6-B550-820D4D4EC050}" presName="parTx" presStyleLbl="revTx" presStyleIdx="4" presStyleCnt="6">
        <dgm:presLayoutVars>
          <dgm:chMax val="0"/>
          <dgm:chPref val="0"/>
        </dgm:presLayoutVars>
      </dgm:prSet>
      <dgm:spPr/>
    </dgm:pt>
    <dgm:pt modelId="{860AB314-0BFE-4279-B99D-F44B27CDFF1A}" type="pres">
      <dgm:prSet presAssocID="{C296E3BF-8FAF-4BC6-B550-820D4D4EC050}" presName="txSpace" presStyleCnt="0"/>
      <dgm:spPr/>
    </dgm:pt>
    <dgm:pt modelId="{60FABE79-8246-4EA4-BBB1-4213F892C9C7}" type="pres">
      <dgm:prSet presAssocID="{C296E3BF-8FAF-4BC6-B550-820D4D4EC050}" presName="desTx" presStyleLbl="revTx" presStyleIdx="5" presStyleCnt="6">
        <dgm:presLayoutVars/>
      </dgm:prSet>
      <dgm:spPr/>
    </dgm:pt>
  </dgm:ptLst>
  <dgm:cxnLst>
    <dgm:cxn modelId="{287EBD07-1871-394E-8AA4-A952AC60C83D}" type="presOf" srcId="{A50C04D1-4DC7-471A-AC5B-1FC456A35733}" destId="{39281E9F-00C9-4D1D-AA66-88110A766E60}" srcOrd="0" destOrd="2" presId="urn:microsoft.com/office/officeart/2018/5/layout/CenteredIconLabelDescriptionList"/>
    <dgm:cxn modelId="{55E5C409-D86D-4090-9F42-D8D981528643}" srcId="{0064E423-1313-415E-862F-D5AF88DDD014}" destId="{C296E3BF-8FAF-4BC6-B550-820D4D4EC050}" srcOrd="2" destOrd="0" parTransId="{1DE4E315-0D4F-41AA-A9E3-86580D43308B}" sibTransId="{90344936-E38A-4EF9-89AC-CC87D9452ADB}"/>
    <dgm:cxn modelId="{1346E20D-02A1-124E-AF45-0299D42470B3}" type="presOf" srcId="{BE0BEA66-C6A9-4AEE-AC9D-FF405AF1AD12}" destId="{B98F573C-6D00-4259-A644-9C213B7E44CA}" srcOrd="0" destOrd="0" presId="urn:microsoft.com/office/officeart/2018/5/layout/CenteredIconLabelDescriptionList"/>
    <dgm:cxn modelId="{7001CD18-ACDB-6641-87D7-398AA3C47C5C}" type="presOf" srcId="{60245B31-D004-4C1E-85B4-453B69D52FB8}" destId="{60FABE79-8246-4EA4-BBB1-4213F892C9C7}" srcOrd="0" destOrd="1" presId="urn:microsoft.com/office/officeart/2018/5/layout/CenteredIconLabelDescriptionList"/>
    <dgm:cxn modelId="{513A831F-E456-4E95-89FD-420266F6F57A}" srcId="{CAE3F83D-F29A-44B4-8402-54BC995B35F0}" destId="{AA80A1BE-E909-4C95-B80C-3A9524136948}" srcOrd="1" destOrd="0" parTransId="{8AF90A34-8888-450E-B700-6EDF01C92BEE}" sibTransId="{68B4CF66-D159-4197-A550-B4FC0B2328BB}"/>
    <dgm:cxn modelId="{20C87726-DE7D-488B-AC1D-E3764821B810}" srcId="{46A82C81-83C1-41A7-BB21-67920EC06E6D}" destId="{BE0BEA66-C6A9-4AEE-AC9D-FF405AF1AD12}" srcOrd="0" destOrd="0" parTransId="{0EA9B573-9C8E-4BC5-9D32-5EB07451F8FA}" sibTransId="{20C142C3-01C9-4515-B044-1A5DE9C23A5A}"/>
    <dgm:cxn modelId="{7D28662D-3104-4257-B19D-0246B17962F1}" srcId="{F8025C73-1E26-497E-85D6-1C73C296B5B3}" destId="{44D0A46A-5342-4E12-B861-6C012C880A5C}" srcOrd="1" destOrd="0" parTransId="{D2B9DD54-0C38-4D30-A29F-C5B665E4800D}" sibTransId="{71D05D89-5242-4B56-B410-082FDDCB5CE3}"/>
    <dgm:cxn modelId="{3FF32C32-2A3E-4BA8-AEC2-7920BC4013E5}" srcId="{F8025C73-1E26-497E-85D6-1C73C296B5B3}" destId="{BFF3D4A8-4297-4C85-9203-44C12C746F57}" srcOrd="0" destOrd="0" parTransId="{78015BB2-7CFE-45A4-BCEE-136EB7A76AAD}" sibTransId="{5D52B855-F3D4-4A17-AAC4-CDD8364A645F}"/>
    <dgm:cxn modelId="{6B35FE4A-8802-4A26-8FBE-174087067CD1}" srcId="{C296E3BF-8FAF-4BC6-B550-820D4D4EC050}" destId="{E644D208-B4BC-4206-A53E-6AB0B981B80B}" srcOrd="0" destOrd="0" parTransId="{F1ED67EE-3145-46B7-9D85-70D29FD33F78}" sibTransId="{6FDE15BC-FF2C-4B23-80F7-AC93ED5D648B}"/>
    <dgm:cxn modelId="{968C0153-0966-DB45-B801-FC5CD578551F}" type="presOf" srcId="{C296E3BF-8FAF-4BC6-B550-820D4D4EC050}" destId="{57B3A578-4BFD-4A68-B3EC-9AC4F9B2FB9E}" srcOrd="0" destOrd="0" presId="urn:microsoft.com/office/officeart/2018/5/layout/CenteredIconLabelDescriptionList"/>
    <dgm:cxn modelId="{F8C36956-337B-4D7D-A258-C3C93A09277F}" srcId="{0064E423-1313-415E-862F-D5AF88DDD014}" destId="{46A82C81-83C1-41A7-BB21-67920EC06E6D}" srcOrd="1" destOrd="0" parTransId="{A0CD8C7E-2E7B-452B-9E5D-CB2B56B3681B}" sibTransId="{3A9B5772-FA1C-4B71-88C3-A3B6C07F62E8}"/>
    <dgm:cxn modelId="{6321275F-114F-DD4C-A7A8-0C9A22C3BF53}" type="presOf" srcId="{46A82C81-83C1-41A7-BB21-67920EC06E6D}" destId="{73DE4063-AA6F-43AA-8940-E7359961F9F2}" srcOrd="0" destOrd="0" presId="urn:microsoft.com/office/officeart/2018/5/layout/CenteredIconLabelDescriptionList"/>
    <dgm:cxn modelId="{0D929D64-15BE-4045-9AEB-DF4B0D57C3AE}" type="presOf" srcId="{E644D208-B4BC-4206-A53E-6AB0B981B80B}" destId="{60FABE79-8246-4EA4-BBB1-4213F892C9C7}" srcOrd="0" destOrd="0" presId="urn:microsoft.com/office/officeart/2018/5/layout/CenteredIconLabelDescriptionList"/>
    <dgm:cxn modelId="{78D55E6F-599B-4D8F-BF9C-CD46327AB7FF}" srcId="{C296E3BF-8FAF-4BC6-B550-820D4D4EC050}" destId="{E46F46FF-9028-4917-8204-D9A5BB5B5B27}" srcOrd="2" destOrd="0" parTransId="{45774966-8A04-46DF-B2E8-59E426DD531A}" sibTransId="{3DCDD0CF-6004-4902-AE70-B66CBCF0AFF9}"/>
    <dgm:cxn modelId="{1628D778-93A9-45EC-BAA6-6D95BB0F9571}" srcId="{46A82C81-83C1-41A7-BB21-67920EC06E6D}" destId="{CAE3F83D-F29A-44B4-8402-54BC995B35F0}" srcOrd="1" destOrd="0" parTransId="{696E23BE-B391-4A76-853E-90D011B5AFB3}" sibTransId="{B79F8F87-FD3B-4A27-83FB-6E83C08F6ED0}"/>
    <dgm:cxn modelId="{6294507B-C536-4487-BA91-E49B604BBEC8}" srcId="{F8025C73-1E26-497E-85D6-1C73C296B5B3}" destId="{A50C04D1-4DC7-471A-AC5B-1FC456A35733}" srcOrd="2" destOrd="0" parTransId="{B38508BF-BCBC-46F4-A26E-0B360232C08B}" sibTransId="{3F677771-80C9-46B1-987A-1E4E4C10AB34}"/>
    <dgm:cxn modelId="{5D1A2284-21A1-5146-9746-9BA8C954D57C}" type="presOf" srcId="{BFF3D4A8-4297-4C85-9203-44C12C746F57}" destId="{39281E9F-00C9-4D1D-AA66-88110A766E60}" srcOrd="0" destOrd="0" presId="urn:microsoft.com/office/officeart/2018/5/layout/CenteredIconLabelDescriptionList"/>
    <dgm:cxn modelId="{297D6D8C-E27A-0444-947F-DBC2842243EA}" type="presOf" srcId="{14DBD025-9573-4A61-914B-7A71D84F055A}" destId="{B98F573C-6D00-4259-A644-9C213B7E44CA}" srcOrd="0" destOrd="2" presId="urn:microsoft.com/office/officeart/2018/5/layout/CenteredIconLabelDescriptionList"/>
    <dgm:cxn modelId="{A69D4891-4A57-4CD6-9247-1E64308B044C}" srcId="{C296E3BF-8FAF-4BC6-B550-820D4D4EC050}" destId="{60245B31-D004-4C1E-85B4-453B69D52FB8}" srcOrd="1" destOrd="0" parTransId="{76CD5FC4-3CC6-40B7-8321-A98D94BBE3B7}" sibTransId="{ACF6AF3A-715D-4FBE-A754-217A21F9BB05}"/>
    <dgm:cxn modelId="{99095EA4-9A7A-7241-8BDC-3BF5F16D4C74}" type="presOf" srcId="{44D0A46A-5342-4E12-B861-6C012C880A5C}" destId="{39281E9F-00C9-4D1D-AA66-88110A766E60}" srcOrd="0" destOrd="1" presId="urn:microsoft.com/office/officeart/2018/5/layout/CenteredIconLabelDescriptionList"/>
    <dgm:cxn modelId="{826E74A4-231F-43F1-9BB0-49B950E816AC}" srcId="{CAE3F83D-F29A-44B4-8402-54BC995B35F0}" destId="{14DBD025-9573-4A61-914B-7A71D84F055A}" srcOrd="0" destOrd="0" parTransId="{58BBE3D0-FF4D-4C3F-ABA1-50C09F401578}" sibTransId="{9913F6C7-CCA3-4834-BE45-9D0807E9CC9D}"/>
    <dgm:cxn modelId="{D03ED0B2-A30B-4148-ACE8-49BC30E37535}" type="presOf" srcId="{AA80A1BE-E909-4C95-B80C-3A9524136948}" destId="{B98F573C-6D00-4259-A644-9C213B7E44CA}" srcOrd="0" destOrd="3" presId="urn:microsoft.com/office/officeart/2018/5/layout/CenteredIconLabelDescriptionList"/>
    <dgm:cxn modelId="{9DE967B9-1BE9-5645-AD51-99C7C1AD9EE5}" type="presOf" srcId="{E46F46FF-9028-4917-8204-D9A5BB5B5B27}" destId="{60FABE79-8246-4EA4-BBB1-4213F892C9C7}" srcOrd="0" destOrd="2" presId="urn:microsoft.com/office/officeart/2018/5/layout/CenteredIconLabelDescriptionList"/>
    <dgm:cxn modelId="{C96E2BC7-3548-4380-84CB-D849E2150A20}" srcId="{0064E423-1313-415E-862F-D5AF88DDD014}" destId="{F8025C73-1E26-497E-85D6-1C73C296B5B3}" srcOrd="0" destOrd="0" parTransId="{B1905A09-DDC7-4A19-AB07-A3B87E745FCC}" sibTransId="{737BDC16-1304-4121-BA68-6EDC7AABCB00}"/>
    <dgm:cxn modelId="{5F97C1D6-F012-144C-8EA7-AC0E7253153E}" type="presOf" srcId="{CAE3F83D-F29A-44B4-8402-54BC995B35F0}" destId="{B98F573C-6D00-4259-A644-9C213B7E44CA}" srcOrd="0" destOrd="1" presId="urn:microsoft.com/office/officeart/2018/5/layout/CenteredIconLabelDescriptionList"/>
    <dgm:cxn modelId="{4DBA18DF-0AA4-FF46-B575-649017A29329}" type="presOf" srcId="{F8025C73-1E26-497E-85D6-1C73C296B5B3}" destId="{1B2E7D8C-D089-4E12-83B8-9AE18356F3F4}" srcOrd="0" destOrd="0" presId="urn:microsoft.com/office/officeart/2018/5/layout/CenteredIconLabelDescriptionList"/>
    <dgm:cxn modelId="{0BC74DE7-13C8-6041-AD3E-D7567B408F16}" type="presOf" srcId="{0064E423-1313-415E-862F-D5AF88DDD014}" destId="{BA354694-83B9-41B9-97C2-89362A1B3810}" srcOrd="0" destOrd="0" presId="urn:microsoft.com/office/officeart/2018/5/layout/CenteredIconLabelDescriptionList"/>
    <dgm:cxn modelId="{6B7F5B5C-9570-344E-AEBD-992D673ADBEE}" type="presParOf" srcId="{BA354694-83B9-41B9-97C2-89362A1B3810}" destId="{00CBCC69-5B7F-4E5A-80EA-034DF709C583}" srcOrd="0" destOrd="0" presId="urn:microsoft.com/office/officeart/2018/5/layout/CenteredIconLabelDescriptionList"/>
    <dgm:cxn modelId="{CD8B574C-604C-1042-8F18-BB332F377DC6}" type="presParOf" srcId="{00CBCC69-5B7F-4E5A-80EA-034DF709C583}" destId="{9C0D3EE2-6B7F-4441-8877-854D5A7C36F4}" srcOrd="0" destOrd="0" presId="urn:microsoft.com/office/officeart/2018/5/layout/CenteredIconLabelDescriptionList"/>
    <dgm:cxn modelId="{E499281C-4A43-CD4E-AAAA-763A39BBD28D}" type="presParOf" srcId="{00CBCC69-5B7F-4E5A-80EA-034DF709C583}" destId="{214FB2F7-6151-4C86-8496-9E4D92D7CCAF}" srcOrd="1" destOrd="0" presId="urn:microsoft.com/office/officeart/2018/5/layout/CenteredIconLabelDescriptionList"/>
    <dgm:cxn modelId="{DB3D212C-E77A-4746-87A9-CBF8508C4D3A}" type="presParOf" srcId="{00CBCC69-5B7F-4E5A-80EA-034DF709C583}" destId="{1B2E7D8C-D089-4E12-83B8-9AE18356F3F4}" srcOrd="2" destOrd="0" presId="urn:microsoft.com/office/officeart/2018/5/layout/CenteredIconLabelDescriptionList"/>
    <dgm:cxn modelId="{39827BE3-B045-894E-AEC0-F5FD47CB6DC3}" type="presParOf" srcId="{00CBCC69-5B7F-4E5A-80EA-034DF709C583}" destId="{14EAF477-84C6-4267-8CC2-24F2F35649DC}" srcOrd="3" destOrd="0" presId="urn:microsoft.com/office/officeart/2018/5/layout/CenteredIconLabelDescriptionList"/>
    <dgm:cxn modelId="{DBF7ED28-0DCD-4447-843D-955519005430}" type="presParOf" srcId="{00CBCC69-5B7F-4E5A-80EA-034DF709C583}" destId="{39281E9F-00C9-4D1D-AA66-88110A766E60}" srcOrd="4" destOrd="0" presId="urn:microsoft.com/office/officeart/2018/5/layout/CenteredIconLabelDescriptionList"/>
    <dgm:cxn modelId="{81F6233D-A74B-4540-B40E-33B450EB5E6F}" type="presParOf" srcId="{BA354694-83B9-41B9-97C2-89362A1B3810}" destId="{50A51074-C399-45E3-99BD-84CB4D20AA26}" srcOrd="1" destOrd="0" presId="urn:microsoft.com/office/officeart/2018/5/layout/CenteredIconLabelDescriptionList"/>
    <dgm:cxn modelId="{BA149AFA-5701-D94D-87CB-9C51DE0D9458}" type="presParOf" srcId="{BA354694-83B9-41B9-97C2-89362A1B3810}" destId="{8EEE1339-3236-45DA-B91C-CC16C257DC7F}" srcOrd="2" destOrd="0" presId="urn:microsoft.com/office/officeart/2018/5/layout/CenteredIconLabelDescriptionList"/>
    <dgm:cxn modelId="{AFEDBCA2-0A28-6B42-BCB4-0135DFC3C009}" type="presParOf" srcId="{8EEE1339-3236-45DA-B91C-CC16C257DC7F}" destId="{273346AD-4BFD-4B73-9AB6-1818C4AD269A}" srcOrd="0" destOrd="0" presId="urn:microsoft.com/office/officeart/2018/5/layout/CenteredIconLabelDescriptionList"/>
    <dgm:cxn modelId="{5C5EE7FB-E54B-9944-958D-255A1BD82342}" type="presParOf" srcId="{8EEE1339-3236-45DA-B91C-CC16C257DC7F}" destId="{3B84E0F0-5838-4B6A-B6C5-DC535DE7902B}" srcOrd="1" destOrd="0" presId="urn:microsoft.com/office/officeart/2018/5/layout/CenteredIconLabelDescriptionList"/>
    <dgm:cxn modelId="{A2788CB6-598C-2642-A1DC-A103982332E0}" type="presParOf" srcId="{8EEE1339-3236-45DA-B91C-CC16C257DC7F}" destId="{73DE4063-AA6F-43AA-8940-E7359961F9F2}" srcOrd="2" destOrd="0" presId="urn:microsoft.com/office/officeart/2018/5/layout/CenteredIconLabelDescriptionList"/>
    <dgm:cxn modelId="{ECBD46CB-802F-2C46-875A-D91C33722556}" type="presParOf" srcId="{8EEE1339-3236-45DA-B91C-CC16C257DC7F}" destId="{D7B83356-1140-41D3-95B2-6C546DE2FD3F}" srcOrd="3" destOrd="0" presId="urn:microsoft.com/office/officeart/2018/5/layout/CenteredIconLabelDescriptionList"/>
    <dgm:cxn modelId="{A5FBBD24-C6B7-B84D-AD39-B2DDE68F1CA6}" type="presParOf" srcId="{8EEE1339-3236-45DA-B91C-CC16C257DC7F}" destId="{B98F573C-6D00-4259-A644-9C213B7E44CA}" srcOrd="4" destOrd="0" presId="urn:microsoft.com/office/officeart/2018/5/layout/CenteredIconLabelDescriptionList"/>
    <dgm:cxn modelId="{3903A18A-BDBE-1947-9461-D6B252C51F3C}" type="presParOf" srcId="{BA354694-83B9-41B9-97C2-89362A1B3810}" destId="{CDB504C4-27CF-47F8-BEFF-6D073DD881E5}" srcOrd="3" destOrd="0" presId="urn:microsoft.com/office/officeart/2018/5/layout/CenteredIconLabelDescriptionList"/>
    <dgm:cxn modelId="{8D612F65-A52C-5741-A58A-8E6959B37513}" type="presParOf" srcId="{BA354694-83B9-41B9-97C2-89362A1B3810}" destId="{FCC794C6-7D79-42B2-9E15-F61E296287F6}" srcOrd="4" destOrd="0" presId="urn:microsoft.com/office/officeart/2018/5/layout/CenteredIconLabelDescriptionList"/>
    <dgm:cxn modelId="{BE5B08C8-898A-8343-95B6-430DCAA574C1}" type="presParOf" srcId="{FCC794C6-7D79-42B2-9E15-F61E296287F6}" destId="{97B0F5D0-EA3A-4013-AFFE-CAE22F94CCD8}" srcOrd="0" destOrd="0" presId="urn:microsoft.com/office/officeart/2018/5/layout/CenteredIconLabelDescriptionList"/>
    <dgm:cxn modelId="{DC5F8D69-AE5E-1D42-B017-08DFDBB9A351}" type="presParOf" srcId="{FCC794C6-7D79-42B2-9E15-F61E296287F6}" destId="{F6306496-E88B-4AA0-94BE-CCD987177C1A}" srcOrd="1" destOrd="0" presId="urn:microsoft.com/office/officeart/2018/5/layout/CenteredIconLabelDescriptionList"/>
    <dgm:cxn modelId="{C891EDFD-D5CB-D745-A44D-1936B92BE1ED}" type="presParOf" srcId="{FCC794C6-7D79-42B2-9E15-F61E296287F6}" destId="{57B3A578-4BFD-4A68-B3EC-9AC4F9B2FB9E}" srcOrd="2" destOrd="0" presId="urn:microsoft.com/office/officeart/2018/5/layout/CenteredIconLabelDescriptionList"/>
    <dgm:cxn modelId="{A3E6F519-5F03-CC4B-AE77-596566BCDCEA}" type="presParOf" srcId="{FCC794C6-7D79-42B2-9E15-F61E296287F6}" destId="{860AB314-0BFE-4279-B99D-F44B27CDFF1A}" srcOrd="3" destOrd="0" presId="urn:microsoft.com/office/officeart/2018/5/layout/CenteredIconLabelDescriptionList"/>
    <dgm:cxn modelId="{CE2D3D8A-8BE6-414C-88AD-606FCECE9397}" type="presParOf" srcId="{FCC794C6-7D79-42B2-9E15-F61E296287F6}" destId="{60FABE79-8246-4EA4-BBB1-4213F892C9C7}"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BD31759-598D-4BC7-85E8-77D3F481D4DF}" type="doc">
      <dgm:prSet loTypeId="urn:microsoft.com/office/officeart/2016/7/layout/VerticalSolidActionList" loCatId="List" qsTypeId="urn:microsoft.com/office/officeart/2005/8/quickstyle/simple1" qsCatId="simple" csTypeId="urn:microsoft.com/office/officeart/2005/8/colors/colorful5" csCatId="colorful" phldr="1"/>
      <dgm:spPr/>
      <dgm:t>
        <a:bodyPr/>
        <a:lstStyle/>
        <a:p>
          <a:endParaRPr lang="en-US"/>
        </a:p>
      </dgm:t>
    </dgm:pt>
    <dgm:pt modelId="{62DB13D0-B5E8-4E2E-9639-92495D53C08D}">
      <dgm:prSet/>
      <dgm:spPr/>
      <dgm:t>
        <a:bodyPr/>
        <a:lstStyle/>
        <a:p>
          <a:r>
            <a:rPr lang="en-CA" b="1"/>
            <a:t>Data &amp; Databases</a:t>
          </a:r>
          <a:endParaRPr lang="en-US"/>
        </a:p>
      </dgm:t>
    </dgm:pt>
    <dgm:pt modelId="{A1793B42-F069-4C09-A824-049E6A928FD0}" type="parTrans" cxnId="{1F9032E3-B525-47CC-9201-174503802CAB}">
      <dgm:prSet/>
      <dgm:spPr/>
      <dgm:t>
        <a:bodyPr/>
        <a:lstStyle/>
        <a:p>
          <a:endParaRPr lang="en-US"/>
        </a:p>
      </dgm:t>
    </dgm:pt>
    <dgm:pt modelId="{6E317E69-CA6F-47C3-AADE-51CEA50503A8}" type="sibTrans" cxnId="{1F9032E3-B525-47CC-9201-174503802CAB}">
      <dgm:prSet/>
      <dgm:spPr/>
      <dgm:t>
        <a:bodyPr/>
        <a:lstStyle/>
        <a:p>
          <a:endParaRPr lang="en-US"/>
        </a:p>
      </dgm:t>
    </dgm:pt>
    <dgm:pt modelId="{D0A4A751-ADC1-47FB-9288-1C6A2D83ED3A}">
      <dgm:prSet custT="1"/>
      <dgm:spPr/>
      <dgm:t>
        <a:bodyPr/>
        <a:lstStyle/>
        <a:p>
          <a:r>
            <a:rPr lang="en-CA" sz="1400" b="1" dirty="0"/>
            <a:t>Amazon </a:t>
          </a:r>
          <a:r>
            <a:rPr lang="en-CA" sz="1400" b="1" dirty="0" err="1"/>
            <a:t>DocumentDB</a:t>
          </a:r>
          <a:r>
            <a:rPr lang="en-CA" sz="1400" dirty="0"/>
            <a:t> – application users, chat history, configuration.</a:t>
          </a:r>
          <a:endParaRPr lang="en-US" sz="1400" dirty="0"/>
        </a:p>
      </dgm:t>
    </dgm:pt>
    <dgm:pt modelId="{29FC7EE9-D20F-4CE3-BECF-BAD4CF0D5315}" type="parTrans" cxnId="{C5A26062-0B3A-4A8D-916C-F8D901030E2B}">
      <dgm:prSet/>
      <dgm:spPr/>
      <dgm:t>
        <a:bodyPr/>
        <a:lstStyle/>
        <a:p>
          <a:endParaRPr lang="en-US"/>
        </a:p>
      </dgm:t>
    </dgm:pt>
    <dgm:pt modelId="{62BA6EFE-1D5D-4026-8413-5C839C72D88F}" type="sibTrans" cxnId="{C5A26062-0B3A-4A8D-916C-F8D901030E2B}">
      <dgm:prSet/>
      <dgm:spPr/>
      <dgm:t>
        <a:bodyPr/>
        <a:lstStyle/>
        <a:p>
          <a:endParaRPr lang="en-US"/>
        </a:p>
      </dgm:t>
    </dgm:pt>
    <dgm:pt modelId="{EE2A1640-5D96-41A5-A3A4-E37892CE618E}">
      <dgm:prSet custT="1"/>
      <dgm:spPr/>
      <dgm:t>
        <a:bodyPr/>
        <a:lstStyle/>
        <a:p>
          <a:r>
            <a:rPr lang="en-CA" sz="1400" b="1" dirty="0"/>
            <a:t>Amazon RDS for PostgreSQL</a:t>
          </a:r>
          <a:r>
            <a:rPr lang="en-CA" sz="1400" dirty="0"/>
            <a:t> – genetics warehouse: animals, traits, trials, analytics data.</a:t>
          </a:r>
          <a:endParaRPr lang="en-US" sz="1400" dirty="0"/>
        </a:p>
      </dgm:t>
    </dgm:pt>
    <dgm:pt modelId="{C1CF80C2-64C4-4135-9779-0114A056F69C}" type="parTrans" cxnId="{8E2B44EF-A6B0-4FDB-AB4B-D208A7BB3E98}">
      <dgm:prSet/>
      <dgm:spPr/>
      <dgm:t>
        <a:bodyPr/>
        <a:lstStyle/>
        <a:p>
          <a:endParaRPr lang="en-US"/>
        </a:p>
      </dgm:t>
    </dgm:pt>
    <dgm:pt modelId="{51D901CE-F364-4215-964A-7B231257D5D3}" type="sibTrans" cxnId="{8E2B44EF-A6B0-4FDB-AB4B-D208A7BB3E98}">
      <dgm:prSet/>
      <dgm:spPr/>
      <dgm:t>
        <a:bodyPr/>
        <a:lstStyle/>
        <a:p>
          <a:endParaRPr lang="en-US"/>
        </a:p>
      </dgm:t>
    </dgm:pt>
    <dgm:pt modelId="{27FCC873-460B-4C87-A1D9-1448CA5D4197}">
      <dgm:prSet/>
      <dgm:spPr/>
      <dgm:t>
        <a:bodyPr/>
        <a:lstStyle/>
        <a:p>
          <a:r>
            <a:rPr lang="en-CA" b="1"/>
            <a:t>Compute &amp; Containers</a:t>
          </a:r>
          <a:endParaRPr lang="en-US"/>
        </a:p>
      </dgm:t>
    </dgm:pt>
    <dgm:pt modelId="{14D163CE-8323-481A-8E8A-89A5C2482D68}" type="parTrans" cxnId="{0BB47866-CABC-4FC7-800A-94576B6238EB}">
      <dgm:prSet/>
      <dgm:spPr/>
      <dgm:t>
        <a:bodyPr/>
        <a:lstStyle/>
        <a:p>
          <a:endParaRPr lang="en-US"/>
        </a:p>
      </dgm:t>
    </dgm:pt>
    <dgm:pt modelId="{F041B361-121B-4F27-BD8C-9482D9194DF4}" type="sibTrans" cxnId="{0BB47866-CABC-4FC7-800A-94576B6238EB}">
      <dgm:prSet/>
      <dgm:spPr/>
      <dgm:t>
        <a:bodyPr/>
        <a:lstStyle/>
        <a:p>
          <a:endParaRPr lang="en-US"/>
        </a:p>
      </dgm:t>
    </dgm:pt>
    <dgm:pt modelId="{7E6C88F6-B5E7-4F02-B604-3778CD7893B5}">
      <dgm:prSet custT="1"/>
      <dgm:spPr/>
      <dgm:t>
        <a:bodyPr/>
        <a:lstStyle/>
        <a:p>
          <a:r>
            <a:rPr lang="en-CA" sz="1400" b="1" dirty="0"/>
            <a:t>Amazon ECS (Fargate)</a:t>
          </a:r>
          <a:r>
            <a:rPr lang="en-CA" sz="1400" dirty="0"/>
            <a:t> – two containerized backends (user‑backend + main‑backend).</a:t>
          </a:r>
          <a:endParaRPr lang="en-US" sz="1400" dirty="0"/>
        </a:p>
      </dgm:t>
    </dgm:pt>
    <dgm:pt modelId="{2D8050F5-5C13-4470-A070-C6003A749D69}" type="parTrans" cxnId="{E047B2D5-FC47-48AD-B2A8-93D0723C8B34}">
      <dgm:prSet/>
      <dgm:spPr/>
      <dgm:t>
        <a:bodyPr/>
        <a:lstStyle/>
        <a:p>
          <a:endParaRPr lang="en-US"/>
        </a:p>
      </dgm:t>
    </dgm:pt>
    <dgm:pt modelId="{25E94927-98FC-48D0-B205-305F315CD673}" type="sibTrans" cxnId="{E047B2D5-FC47-48AD-B2A8-93D0723C8B34}">
      <dgm:prSet/>
      <dgm:spPr/>
      <dgm:t>
        <a:bodyPr/>
        <a:lstStyle/>
        <a:p>
          <a:endParaRPr lang="en-US"/>
        </a:p>
      </dgm:t>
    </dgm:pt>
    <dgm:pt modelId="{B533E10C-9ADD-4981-B33F-31DC28F70F4F}">
      <dgm:prSet custT="1"/>
      <dgm:spPr/>
      <dgm:t>
        <a:bodyPr/>
        <a:lstStyle/>
        <a:p>
          <a:r>
            <a:rPr lang="en-CA" sz="1400" b="1" dirty="0"/>
            <a:t>Amazon ECR</a:t>
          </a:r>
          <a:r>
            <a:rPr lang="en-CA" sz="1400" dirty="0"/>
            <a:t> – stores versioned Docker images for those services.</a:t>
          </a:r>
          <a:endParaRPr lang="en-US" sz="1400" dirty="0"/>
        </a:p>
      </dgm:t>
    </dgm:pt>
    <dgm:pt modelId="{717DDE0F-F501-44F9-8CCE-AD738803755F}" type="parTrans" cxnId="{C8D0ACF2-DFE3-4DB6-8E6C-6218B4CA7FF0}">
      <dgm:prSet/>
      <dgm:spPr/>
      <dgm:t>
        <a:bodyPr/>
        <a:lstStyle/>
        <a:p>
          <a:endParaRPr lang="en-US"/>
        </a:p>
      </dgm:t>
    </dgm:pt>
    <dgm:pt modelId="{26726D3E-4623-41DE-8DE9-0F1C29B16FE2}" type="sibTrans" cxnId="{C8D0ACF2-DFE3-4DB6-8E6C-6218B4CA7FF0}">
      <dgm:prSet/>
      <dgm:spPr/>
      <dgm:t>
        <a:bodyPr/>
        <a:lstStyle/>
        <a:p>
          <a:endParaRPr lang="en-US"/>
        </a:p>
      </dgm:t>
    </dgm:pt>
    <dgm:pt modelId="{A77C915E-6FDA-4ED1-89E2-F171846981C5}">
      <dgm:prSet custT="1"/>
      <dgm:spPr/>
      <dgm:t>
        <a:bodyPr/>
        <a:lstStyle/>
        <a:p>
          <a:r>
            <a:rPr lang="en-CA" sz="1400" b="1" dirty="0"/>
            <a:t>Amazon EC2</a:t>
          </a:r>
          <a:r>
            <a:rPr lang="en-CA" sz="1400" dirty="0"/>
            <a:t> – used as a secure jump/bastion host to reach </a:t>
          </a:r>
          <a:r>
            <a:rPr lang="en-CA" sz="1400" dirty="0" err="1"/>
            <a:t>DocumentDB</a:t>
          </a:r>
          <a:r>
            <a:rPr lang="en-CA" sz="1400" dirty="0"/>
            <a:t> in a private subnet.</a:t>
          </a:r>
          <a:endParaRPr lang="en-US" sz="1400" dirty="0"/>
        </a:p>
      </dgm:t>
    </dgm:pt>
    <dgm:pt modelId="{40BD3D10-C423-4866-838C-6129A7495924}" type="parTrans" cxnId="{5F33262D-4A7B-405C-92DA-49F0D18CA0C9}">
      <dgm:prSet/>
      <dgm:spPr/>
      <dgm:t>
        <a:bodyPr/>
        <a:lstStyle/>
        <a:p>
          <a:endParaRPr lang="en-US"/>
        </a:p>
      </dgm:t>
    </dgm:pt>
    <dgm:pt modelId="{A6290380-FEA9-46BE-A7A7-7C58B7E4DF38}" type="sibTrans" cxnId="{5F33262D-4A7B-405C-92DA-49F0D18CA0C9}">
      <dgm:prSet/>
      <dgm:spPr/>
      <dgm:t>
        <a:bodyPr/>
        <a:lstStyle/>
        <a:p>
          <a:endParaRPr lang="en-US"/>
        </a:p>
      </dgm:t>
    </dgm:pt>
    <dgm:pt modelId="{57BD2BCE-979C-4CBD-A86A-85CBDCC1717F}">
      <dgm:prSet/>
      <dgm:spPr/>
      <dgm:t>
        <a:bodyPr/>
        <a:lstStyle/>
        <a:p>
          <a:r>
            <a:rPr lang="en-CA" b="1"/>
            <a:t>Networking &amp; Access</a:t>
          </a:r>
          <a:endParaRPr lang="en-US"/>
        </a:p>
      </dgm:t>
    </dgm:pt>
    <dgm:pt modelId="{84DD6135-7C81-4D27-A7B8-C7232AA3D828}" type="parTrans" cxnId="{4B5D0D64-CF33-4A13-88C0-81CB80AE7235}">
      <dgm:prSet/>
      <dgm:spPr/>
      <dgm:t>
        <a:bodyPr/>
        <a:lstStyle/>
        <a:p>
          <a:endParaRPr lang="en-US"/>
        </a:p>
      </dgm:t>
    </dgm:pt>
    <dgm:pt modelId="{C12796D2-C7B0-4DE0-87D9-59DE5F32D757}" type="sibTrans" cxnId="{4B5D0D64-CF33-4A13-88C0-81CB80AE7235}">
      <dgm:prSet/>
      <dgm:spPr/>
      <dgm:t>
        <a:bodyPr/>
        <a:lstStyle/>
        <a:p>
          <a:endParaRPr lang="en-US"/>
        </a:p>
      </dgm:t>
    </dgm:pt>
    <dgm:pt modelId="{4B490F32-472F-4712-B8BA-D788545DFCC0}">
      <dgm:prSet custT="1"/>
      <dgm:spPr/>
      <dgm:t>
        <a:bodyPr/>
        <a:lstStyle/>
        <a:p>
          <a:r>
            <a:rPr lang="en-CA" sz="1400" b="1" dirty="0"/>
            <a:t>Application Load Balancer (ALB)</a:t>
          </a:r>
          <a:r>
            <a:rPr lang="en-CA" sz="1400" dirty="0"/>
            <a:t> – routes HTTPS traffic to the ECS services, handles health checks.</a:t>
          </a:r>
          <a:endParaRPr lang="en-US" sz="1400" dirty="0"/>
        </a:p>
      </dgm:t>
    </dgm:pt>
    <dgm:pt modelId="{829C1692-D4FC-49C3-A462-37298F25EDE8}" type="parTrans" cxnId="{94F7D456-816A-4085-A7B6-8179D72ABD19}">
      <dgm:prSet/>
      <dgm:spPr/>
      <dgm:t>
        <a:bodyPr/>
        <a:lstStyle/>
        <a:p>
          <a:endParaRPr lang="en-US"/>
        </a:p>
      </dgm:t>
    </dgm:pt>
    <dgm:pt modelId="{108A1BB5-5236-4443-BBB8-CA1EA1EAE6E0}" type="sibTrans" cxnId="{94F7D456-816A-4085-A7B6-8179D72ABD19}">
      <dgm:prSet/>
      <dgm:spPr/>
      <dgm:t>
        <a:bodyPr/>
        <a:lstStyle/>
        <a:p>
          <a:endParaRPr lang="en-US"/>
        </a:p>
      </dgm:t>
    </dgm:pt>
    <dgm:pt modelId="{5817D604-EBC5-4C3F-882D-F71086857D32}">
      <dgm:prSet custT="1"/>
      <dgm:spPr/>
      <dgm:t>
        <a:bodyPr/>
        <a:lstStyle/>
        <a:p>
          <a:r>
            <a:rPr lang="en-CA" sz="1400" b="1" dirty="0"/>
            <a:t>Elastic IP (EIP)</a:t>
          </a:r>
          <a:r>
            <a:rPr lang="en-CA" sz="1400" dirty="0"/>
            <a:t> – stable public IP for the EC2 jump host.</a:t>
          </a:r>
          <a:endParaRPr lang="en-US" sz="1400" dirty="0"/>
        </a:p>
      </dgm:t>
    </dgm:pt>
    <dgm:pt modelId="{0948725F-FB7D-4653-BD3A-2C44754BB5AC}" type="parTrans" cxnId="{F709E223-CF8F-419A-8A84-3B683555A66E}">
      <dgm:prSet/>
      <dgm:spPr/>
      <dgm:t>
        <a:bodyPr/>
        <a:lstStyle/>
        <a:p>
          <a:endParaRPr lang="en-US"/>
        </a:p>
      </dgm:t>
    </dgm:pt>
    <dgm:pt modelId="{E0E4F976-78D8-495E-97E8-4A4DE7CDFBE9}" type="sibTrans" cxnId="{F709E223-CF8F-419A-8A84-3B683555A66E}">
      <dgm:prSet/>
      <dgm:spPr/>
      <dgm:t>
        <a:bodyPr/>
        <a:lstStyle/>
        <a:p>
          <a:endParaRPr lang="en-US"/>
        </a:p>
      </dgm:t>
    </dgm:pt>
    <dgm:pt modelId="{5C4CF038-A7BF-4DB2-9EDF-BE3AB142FFA4}">
      <dgm:prSet/>
      <dgm:spPr/>
      <dgm:t>
        <a:bodyPr/>
        <a:lstStyle/>
        <a:p>
          <a:r>
            <a:rPr lang="en-CA" b="1"/>
            <a:t>Edge, DNS &amp; Security</a:t>
          </a:r>
          <a:endParaRPr lang="en-US"/>
        </a:p>
      </dgm:t>
    </dgm:pt>
    <dgm:pt modelId="{E1A8B1BC-DADF-420B-9255-302BC9C437DC}" type="parTrans" cxnId="{8F5C43CB-E2C8-4CF8-83F9-3720254DDBB0}">
      <dgm:prSet/>
      <dgm:spPr/>
      <dgm:t>
        <a:bodyPr/>
        <a:lstStyle/>
        <a:p>
          <a:endParaRPr lang="en-US"/>
        </a:p>
      </dgm:t>
    </dgm:pt>
    <dgm:pt modelId="{81979CE3-AE44-421F-B98B-E20798D1A576}" type="sibTrans" cxnId="{8F5C43CB-E2C8-4CF8-83F9-3720254DDBB0}">
      <dgm:prSet/>
      <dgm:spPr/>
      <dgm:t>
        <a:bodyPr/>
        <a:lstStyle/>
        <a:p>
          <a:endParaRPr lang="en-US"/>
        </a:p>
      </dgm:t>
    </dgm:pt>
    <dgm:pt modelId="{B0D0134C-BAE3-4346-B845-DF53D5666FC7}">
      <dgm:prSet custT="1"/>
      <dgm:spPr/>
      <dgm:t>
        <a:bodyPr/>
        <a:lstStyle/>
        <a:p>
          <a:r>
            <a:rPr lang="en-CA" sz="1400" b="1" dirty="0"/>
            <a:t>Amazon CloudFront</a:t>
          </a:r>
          <a:r>
            <a:rPr lang="en-CA" sz="1400" dirty="0"/>
            <a:t> – global edge layer for HTTPS, caching, and SSL termination for the frontend / API domain.</a:t>
          </a:r>
          <a:endParaRPr lang="en-US" sz="1400" dirty="0"/>
        </a:p>
      </dgm:t>
    </dgm:pt>
    <dgm:pt modelId="{C4B0A32C-E1DB-44C2-A3AF-3764A4392CAB}" type="parTrans" cxnId="{F2E4C6AE-1636-4766-944B-485C8051F25C}">
      <dgm:prSet/>
      <dgm:spPr/>
      <dgm:t>
        <a:bodyPr/>
        <a:lstStyle/>
        <a:p>
          <a:endParaRPr lang="en-US"/>
        </a:p>
      </dgm:t>
    </dgm:pt>
    <dgm:pt modelId="{7D2CE20E-01B2-46F1-A6B0-1EB1233E4D92}" type="sibTrans" cxnId="{F2E4C6AE-1636-4766-944B-485C8051F25C}">
      <dgm:prSet/>
      <dgm:spPr/>
      <dgm:t>
        <a:bodyPr/>
        <a:lstStyle/>
        <a:p>
          <a:endParaRPr lang="en-US"/>
        </a:p>
      </dgm:t>
    </dgm:pt>
    <dgm:pt modelId="{18710C24-BA80-492D-890C-845D8028BCC7}">
      <dgm:prSet/>
      <dgm:spPr/>
      <dgm:t>
        <a:bodyPr/>
        <a:lstStyle/>
        <a:p>
          <a:r>
            <a:rPr lang="en-CA" b="1"/>
            <a:t>Deployment &amp; Operations</a:t>
          </a:r>
          <a:endParaRPr lang="en-US"/>
        </a:p>
      </dgm:t>
    </dgm:pt>
    <dgm:pt modelId="{BB12CD6C-98EC-487F-9D4C-0958E05F87F3}" type="parTrans" cxnId="{7761DA49-6759-448B-9214-A09952DF1429}">
      <dgm:prSet/>
      <dgm:spPr/>
      <dgm:t>
        <a:bodyPr/>
        <a:lstStyle/>
        <a:p>
          <a:endParaRPr lang="en-US"/>
        </a:p>
      </dgm:t>
    </dgm:pt>
    <dgm:pt modelId="{33C06D2E-519B-4A6D-ADD9-CFC9C7588CAA}" type="sibTrans" cxnId="{7761DA49-6759-448B-9214-A09952DF1429}">
      <dgm:prSet/>
      <dgm:spPr/>
      <dgm:t>
        <a:bodyPr/>
        <a:lstStyle/>
        <a:p>
          <a:endParaRPr lang="en-US"/>
        </a:p>
      </dgm:t>
    </dgm:pt>
    <dgm:pt modelId="{897151A2-D1B3-4F79-82BF-0025033F5104}">
      <dgm:prSet custT="1"/>
      <dgm:spPr/>
      <dgm:t>
        <a:bodyPr/>
        <a:lstStyle/>
        <a:p>
          <a:r>
            <a:rPr lang="en-CA" sz="1400" b="1" dirty="0"/>
            <a:t>AWS Copilot CLI + CloudFormation</a:t>
          </a:r>
          <a:r>
            <a:rPr lang="en-CA" sz="1400" dirty="0"/>
            <a:t> – define and deploy ECS services, load balancers, and environments as code.</a:t>
          </a:r>
          <a:endParaRPr lang="en-US" sz="1400" dirty="0"/>
        </a:p>
      </dgm:t>
    </dgm:pt>
    <dgm:pt modelId="{24B74F87-F67B-4757-8148-7914B405B183}" type="parTrans" cxnId="{8E023C96-075C-43DF-818B-864E8F306B04}">
      <dgm:prSet/>
      <dgm:spPr/>
      <dgm:t>
        <a:bodyPr/>
        <a:lstStyle/>
        <a:p>
          <a:endParaRPr lang="en-US"/>
        </a:p>
      </dgm:t>
    </dgm:pt>
    <dgm:pt modelId="{F6E73F84-076C-4FE6-85CC-97142EDF7739}" type="sibTrans" cxnId="{8E023C96-075C-43DF-818B-864E8F306B04}">
      <dgm:prSet/>
      <dgm:spPr/>
      <dgm:t>
        <a:bodyPr/>
        <a:lstStyle/>
        <a:p>
          <a:endParaRPr lang="en-US"/>
        </a:p>
      </dgm:t>
    </dgm:pt>
    <dgm:pt modelId="{7B4DA99F-127E-40F1-BDB1-A58F1865D34D}">
      <dgm:prSet custT="1"/>
      <dgm:spPr/>
      <dgm:t>
        <a:bodyPr/>
        <a:lstStyle/>
        <a:p>
          <a:r>
            <a:rPr lang="en-CA" sz="1400" b="1" dirty="0"/>
            <a:t>AWS CLI</a:t>
          </a:r>
          <a:r>
            <a:rPr lang="en-CA" sz="1400" dirty="0"/>
            <a:t> – scripting, troubleshooting, and ad‑hoc operations from the terminal.</a:t>
          </a:r>
          <a:endParaRPr lang="en-US" sz="1400" dirty="0"/>
        </a:p>
      </dgm:t>
    </dgm:pt>
    <dgm:pt modelId="{B4B3DE49-C81A-4888-A4D4-2B28777DE9E4}" type="parTrans" cxnId="{2E0BAF83-8603-49C5-9ECD-85EB5549F0A3}">
      <dgm:prSet/>
      <dgm:spPr/>
      <dgm:t>
        <a:bodyPr/>
        <a:lstStyle/>
        <a:p>
          <a:endParaRPr lang="en-US"/>
        </a:p>
      </dgm:t>
    </dgm:pt>
    <dgm:pt modelId="{8474F024-60A5-4963-979F-E20D09C8EB85}" type="sibTrans" cxnId="{2E0BAF83-8603-49C5-9ECD-85EB5549F0A3}">
      <dgm:prSet/>
      <dgm:spPr/>
      <dgm:t>
        <a:bodyPr/>
        <a:lstStyle/>
        <a:p>
          <a:endParaRPr lang="en-US"/>
        </a:p>
      </dgm:t>
    </dgm:pt>
    <dgm:pt modelId="{864C890C-88C9-B845-A9BB-B42BCFD74293}" type="pres">
      <dgm:prSet presAssocID="{CBD31759-598D-4BC7-85E8-77D3F481D4DF}" presName="Name0" presStyleCnt="0">
        <dgm:presLayoutVars>
          <dgm:dir/>
          <dgm:animLvl val="lvl"/>
          <dgm:resizeHandles val="exact"/>
        </dgm:presLayoutVars>
      </dgm:prSet>
      <dgm:spPr/>
    </dgm:pt>
    <dgm:pt modelId="{B7FBBE81-47A4-CD46-9E62-08A06D9C6F11}" type="pres">
      <dgm:prSet presAssocID="{62DB13D0-B5E8-4E2E-9639-92495D53C08D}" presName="linNode" presStyleCnt="0"/>
      <dgm:spPr/>
    </dgm:pt>
    <dgm:pt modelId="{DA08F802-2131-FD48-AA52-278759FEE1E3}" type="pres">
      <dgm:prSet presAssocID="{62DB13D0-B5E8-4E2E-9639-92495D53C08D}" presName="parentText" presStyleLbl="alignNode1" presStyleIdx="0" presStyleCnt="5">
        <dgm:presLayoutVars>
          <dgm:chMax val="1"/>
          <dgm:bulletEnabled/>
        </dgm:presLayoutVars>
      </dgm:prSet>
      <dgm:spPr/>
    </dgm:pt>
    <dgm:pt modelId="{991A2A4D-A54C-C84C-A013-FAE6884598E8}" type="pres">
      <dgm:prSet presAssocID="{62DB13D0-B5E8-4E2E-9639-92495D53C08D}" presName="descendantText" presStyleLbl="alignAccFollowNode1" presStyleIdx="0" presStyleCnt="5">
        <dgm:presLayoutVars>
          <dgm:bulletEnabled/>
        </dgm:presLayoutVars>
      </dgm:prSet>
      <dgm:spPr/>
    </dgm:pt>
    <dgm:pt modelId="{83DFBE3D-F121-F745-8C6A-547926EB49E5}" type="pres">
      <dgm:prSet presAssocID="{6E317E69-CA6F-47C3-AADE-51CEA50503A8}" presName="sp" presStyleCnt="0"/>
      <dgm:spPr/>
    </dgm:pt>
    <dgm:pt modelId="{F525A56D-608E-A142-AED3-C17B28B245C6}" type="pres">
      <dgm:prSet presAssocID="{27FCC873-460B-4C87-A1D9-1448CA5D4197}" presName="linNode" presStyleCnt="0"/>
      <dgm:spPr/>
    </dgm:pt>
    <dgm:pt modelId="{76AE4111-BE58-A141-A202-B0B24E4470C5}" type="pres">
      <dgm:prSet presAssocID="{27FCC873-460B-4C87-A1D9-1448CA5D4197}" presName="parentText" presStyleLbl="alignNode1" presStyleIdx="1" presStyleCnt="5">
        <dgm:presLayoutVars>
          <dgm:chMax val="1"/>
          <dgm:bulletEnabled/>
        </dgm:presLayoutVars>
      </dgm:prSet>
      <dgm:spPr/>
    </dgm:pt>
    <dgm:pt modelId="{C837E441-D897-8A49-B876-D1A372F155DC}" type="pres">
      <dgm:prSet presAssocID="{27FCC873-460B-4C87-A1D9-1448CA5D4197}" presName="descendantText" presStyleLbl="alignAccFollowNode1" presStyleIdx="1" presStyleCnt="5">
        <dgm:presLayoutVars>
          <dgm:bulletEnabled/>
        </dgm:presLayoutVars>
      </dgm:prSet>
      <dgm:spPr/>
    </dgm:pt>
    <dgm:pt modelId="{B56F95C3-8C68-024E-9C6F-310FFD6DF31E}" type="pres">
      <dgm:prSet presAssocID="{F041B361-121B-4F27-BD8C-9482D9194DF4}" presName="sp" presStyleCnt="0"/>
      <dgm:spPr/>
    </dgm:pt>
    <dgm:pt modelId="{F45CBB2A-DC44-6741-BC7F-624E2B9EED54}" type="pres">
      <dgm:prSet presAssocID="{57BD2BCE-979C-4CBD-A86A-85CBDCC1717F}" presName="linNode" presStyleCnt="0"/>
      <dgm:spPr/>
    </dgm:pt>
    <dgm:pt modelId="{CB76B6ED-F2C4-E841-B925-6E32775B4089}" type="pres">
      <dgm:prSet presAssocID="{57BD2BCE-979C-4CBD-A86A-85CBDCC1717F}" presName="parentText" presStyleLbl="alignNode1" presStyleIdx="2" presStyleCnt="5">
        <dgm:presLayoutVars>
          <dgm:chMax val="1"/>
          <dgm:bulletEnabled/>
        </dgm:presLayoutVars>
      </dgm:prSet>
      <dgm:spPr/>
    </dgm:pt>
    <dgm:pt modelId="{9BF3B043-47CD-B346-9C22-FAA652CD9092}" type="pres">
      <dgm:prSet presAssocID="{57BD2BCE-979C-4CBD-A86A-85CBDCC1717F}" presName="descendantText" presStyleLbl="alignAccFollowNode1" presStyleIdx="2" presStyleCnt="5">
        <dgm:presLayoutVars>
          <dgm:bulletEnabled/>
        </dgm:presLayoutVars>
      </dgm:prSet>
      <dgm:spPr/>
    </dgm:pt>
    <dgm:pt modelId="{D292E4F8-7687-EE4C-8D98-007482089EDE}" type="pres">
      <dgm:prSet presAssocID="{C12796D2-C7B0-4DE0-87D9-59DE5F32D757}" presName="sp" presStyleCnt="0"/>
      <dgm:spPr/>
    </dgm:pt>
    <dgm:pt modelId="{AAE6F158-E8A2-9A4C-A5D3-C68E4C04FEB7}" type="pres">
      <dgm:prSet presAssocID="{5C4CF038-A7BF-4DB2-9EDF-BE3AB142FFA4}" presName="linNode" presStyleCnt="0"/>
      <dgm:spPr/>
    </dgm:pt>
    <dgm:pt modelId="{ED520EE9-E3A3-3042-B10A-A1A12C0BB901}" type="pres">
      <dgm:prSet presAssocID="{5C4CF038-A7BF-4DB2-9EDF-BE3AB142FFA4}" presName="parentText" presStyleLbl="alignNode1" presStyleIdx="3" presStyleCnt="5">
        <dgm:presLayoutVars>
          <dgm:chMax val="1"/>
          <dgm:bulletEnabled/>
        </dgm:presLayoutVars>
      </dgm:prSet>
      <dgm:spPr/>
    </dgm:pt>
    <dgm:pt modelId="{04068921-B7CC-E84C-949B-62DA03D3B1FB}" type="pres">
      <dgm:prSet presAssocID="{5C4CF038-A7BF-4DB2-9EDF-BE3AB142FFA4}" presName="descendantText" presStyleLbl="alignAccFollowNode1" presStyleIdx="3" presStyleCnt="5">
        <dgm:presLayoutVars>
          <dgm:bulletEnabled/>
        </dgm:presLayoutVars>
      </dgm:prSet>
      <dgm:spPr/>
    </dgm:pt>
    <dgm:pt modelId="{F273009D-724A-664B-BAA2-1631D4B56DFA}" type="pres">
      <dgm:prSet presAssocID="{81979CE3-AE44-421F-B98B-E20798D1A576}" presName="sp" presStyleCnt="0"/>
      <dgm:spPr/>
    </dgm:pt>
    <dgm:pt modelId="{ACFDF43F-F072-3249-8636-2675684EB157}" type="pres">
      <dgm:prSet presAssocID="{18710C24-BA80-492D-890C-845D8028BCC7}" presName="linNode" presStyleCnt="0"/>
      <dgm:spPr/>
    </dgm:pt>
    <dgm:pt modelId="{6A976F5E-3281-504E-9163-C0AC3C8BD348}" type="pres">
      <dgm:prSet presAssocID="{18710C24-BA80-492D-890C-845D8028BCC7}" presName="parentText" presStyleLbl="alignNode1" presStyleIdx="4" presStyleCnt="5">
        <dgm:presLayoutVars>
          <dgm:chMax val="1"/>
          <dgm:bulletEnabled/>
        </dgm:presLayoutVars>
      </dgm:prSet>
      <dgm:spPr/>
    </dgm:pt>
    <dgm:pt modelId="{A5C9077A-8FA4-BF40-97A3-BF8E250DD4F8}" type="pres">
      <dgm:prSet presAssocID="{18710C24-BA80-492D-890C-845D8028BCC7}" presName="descendantText" presStyleLbl="alignAccFollowNode1" presStyleIdx="4" presStyleCnt="5">
        <dgm:presLayoutVars>
          <dgm:bulletEnabled/>
        </dgm:presLayoutVars>
      </dgm:prSet>
      <dgm:spPr/>
    </dgm:pt>
  </dgm:ptLst>
  <dgm:cxnLst>
    <dgm:cxn modelId="{E450AB04-ABAB-E245-A776-342EC9F5A970}" type="presOf" srcId="{4B490F32-472F-4712-B8BA-D788545DFCC0}" destId="{9BF3B043-47CD-B346-9C22-FAA652CD9092}" srcOrd="0" destOrd="0" presId="urn:microsoft.com/office/officeart/2016/7/layout/VerticalSolidActionList"/>
    <dgm:cxn modelId="{87DBAC1F-3390-D146-AF80-F3B32803177E}" type="presOf" srcId="{CBD31759-598D-4BC7-85E8-77D3F481D4DF}" destId="{864C890C-88C9-B845-A9BB-B42BCFD74293}" srcOrd="0" destOrd="0" presId="urn:microsoft.com/office/officeart/2016/7/layout/VerticalSolidActionList"/>
    <dgm:cxn modelId="{2AC53B21-E0F8-F44B-8109-2BCB5FE5CA43}" type="presOf" srcId="{62DB13D0-B5E8-4E2E-9639-92495D53C08D}" destId="{DA08F802-2131-FD48-AA52-278759FEE1E3}" srcOrd="0" destOrd="0" presId="urn:microsoft.com/office/officeart/2016/7/layout/VerticalSolidActionList"/>
    <dgm:cxn modelId="{F709E223-CF8F-419A-8A84-3B683555A66E}" srcId="{57BD2BCE-979C-4CBD-A86A-85CBDCC1717F}" destId="{5817D604-EBC5-4C3F-882D-F71086857D32}" srcOrd="1" destOrd="0" parTransId="{0948725F-FB7D-4653-BD3A-2C44754BB5AC}" sibTransId="{E0E4F976-78D8-495E-97E8-4A4DE7CDFBE9}"/>
    <dgm:cxn modelId="{5F33262D-4A7B-405C-92DA-49F0D18CA0C9}" srcId="{27FCC873-460B-4C87-A1D9-1448CA5D4197}" destId="{A77C915E-6FDA-4ED1-89E2-F171846981C5}" srcOrd="2" destOrd="0" parTransId="{40BD3D10-C423-4866-838C-6129A7495924}" sibTransId="{A6290380-FEA9-46BE-A7A7-7C58B7E4DF38}"/>
    <dgm:cxn modelId="{E4EF873A-B4DE-FC4B-AD26-8D1410A3E908}" type="presOf" srcId="{7E6C88F6-B5E7-4F02-B604-3778CD7893B5}" destId="{C837E441-D897-8A49-B876-D1A372F155DC}" srcOrd="0" destOrd="0" presId="urn:microsoft.com/office/officeart/2016/7/layout/VerticalSolidActionList"/>
    <dgm:cxn modelId="{DC354B41-6FB3-4441-A0C3-010AD77F9416}" type="presOf" srcId="{5817D604-EBC5-4C3F-882D-F71086857D32}" destId="{9BF3B043-47CD-B346-9C22-FAA652CD9092}" srcOrd="0" destOrd="1" presId="urn:microsoft.com/office/officeart/2016/7/layout/VerticalSolidActionList"/>
    <dgm:cxn modelId="{7761DA49-6759-448B-9214-A09952DF1429}" srcId="{CBD31759-598D-4BC7-85E8-77D3F481D4DF}" destId="{18710C24-BA80-492D-890C-845D8028BCC7}" srcOrd="4" destOrd="0" parTransId="{BB12CD6C-98EC-487F-9D4C-0958E05F87F3}" sibTransId="{33C06D2E-519B-4A6D-ADD9-CFC9C7588CAA}"/>
    <dgm:cxn modelId="{94F7D456-816A-4085-A7B6-8179D72ABD19}" srcId="{57BD2BCE-979C-4CBD-A86A-85CBDCC1717F}" destId="{4B490F32-472F-4712-B8BA-D788545DFCC0}" srcOrd="0" destOrd="0" parTransId="{829C1692-D4FC-49C3-A462-37298F25EDE8}" sibTransId="{108A1BB5-5236-4443-BBB8-CA1EA1EAE6E0}"/>
    <dgm:cxn modelId="{C5A26062-0B3A-4A8D-916C-F8D901030E2B}" srcId="{62DB13D0-B5E8-4E2E-9639-92495D53C08D}" destId="{D0A4A751-ADC1-47FB-9288-1C6A2D83ED3A}" srcOrd="0" destOrd="0" parTransId="{29FC7EE9-D20F-4CE3-BECF-BAD4CF0D5315}" sibTransId="{62BA6EFE-1D5D-4026-8413-5C839C72D88F}"/>
    <dgm:cxn modelId="{4B5D0D64-CF33-4A13-88C0-81CB80AE7235}" srcId="{CBD31759-598D-4BC7-85E8-77D3F481D4DF}" destId="{57BD2BCE-979C-4CBD-A86A-85CBDCC1717F}" srcOrd="2" destOrd="0" parTransId="{84DD6135-7C81-4D27-A7B8-C7232AA3D828}" sibTransId="{C12796D2-C7B0-4DE0-87D9-59DE5F32D757}"/>
    <dgm:cxn modelId="{0BB47866-CABC-4FC7-800A-94576B6238EB}" srcId="{CBD31759-598D-4BC7-85E8-77D3F481D4DF}" destId="{27FCC873-460B-4C87-A1D9-1448CA5D4197}" srcOrd="1" destOrd="0" parTransId="{14D163CE-8323-481A-8E8A-89A5C2482D68}" sibTransId="{F041B361-121B-4F27-BD8C-9482D9194DF4}"/>
    <dgm:cxn modelId="{9391936A-3402-6B49-8BF8-67CB771FCAB0}" type="presOf" srcId="{7B4DA99F-127E-40F1-BDB1-A58F1865D34D}" destId="{A5C9077A-8FA4-BF40-97A3-BF8E250DD4F8}" srcOrd="0" destOrd="1" presId="urn:microsoft.com/office/officeart/2016/7/layout/VerticalSolidActionList"/>
    <dgm:cxn modelId="{50EA2574-BE46-4B4E-81CA-A9906B38C5EB}" type="presOf" srcId="{57BD2BCE-979C-4CBD-A86A-85CBDCC1717F}" destId="{CB76B6ED-F2C4-E841-B925-6E32775B4089}" srcOrd="0" destOrd="0" presId="urn:microsoft.com/office/officeart/2016/7/layout/VerticalSolidActionList"/>
    <dgm:cxn modelId="{A4090077-8A55-7045-8473-8BED8CFAFCAF}" type="presOf" srcId="{B0D0134C-BAE3-4346-B845-DF53D5666FC7}" destId="{04068921-B7CC-E84C-949B-62DA03D3B1FB}" srcOrd="0" destOrd="0" presId="urn:microsoft.com/office/officeart/2016/7/layout/VerticalSolidActionList"/>
    <dgm:cxn modelId="{2E0BAF83-8603-49C5-9ECD-85EB5549F0A3}" srcId="{18710C24-BA80-492D-890C-845D8028BCC7}" destId="{7B4DA99F-127E-40F1-BDB1-A58F1865D34D}" srcOrd="1" destOrd="0" parTransId="{B4B3DE49-C81A-4888-A4D4-2B28777DE9E4}" sibTransId="{8474F024-60A5-4963-979F-E20D09C8EB85}"/>
    <dgm:cxn modelId="{69EA3993-696E-434D-BAF8-2AC93BC0D313}" type="presOf" srcId="{897151A2-D1B3-4F79-82BF-0025033F5104}" destId="{A5C9077A-8FA4-BF40-97A3-BF8E250DD4F8}" srcOrd="0" destOrd="0" presId="urn:microsoft.com/office/officeart/2016/7/layout/VerticalSolidActionList"/>
    <dgm:cxn modelId="{046A1194-22A2-6043-9F6A-E72309A503B1}" type="presOf" srcId="{A77C915E-6FDA-4ED1-89E2-F171846981C5}" destId="{C837E441-D897-8A49-B876-D1A372F155DC}" srcOrd="0" destOrd="2" presId="urn:microsoft.com/office/officeart/2016/7/layout/VerticalSolidActionList"/>
    <dgm:cxn modelId="{8E023C96-075C-43DF-818B-864E8F306B04}" srcId="{18710C24-BA80-492D-890C-845D8028BCC7}" destId="{897151A2-D1B3-4F79-82BF-0025033F5104}" srcOrd="0" destOrd="0" parTransId="{24B74F87-F67B-4757-8148-7914B405B183}" sibTransId="{F6E73F84-076C-4FE6-85CC-97142EDF7739}"/>
    <dgm:cxn modelId="{D1ECB99C-1AC2-584B-BE29-8605DA7E2CE8}" type="presOf" srcId="{EE2A1640-5D96-41A5-A3A4-E37892CE618E}" destId="{991A2A4D-A54C-C84C-A013-FAE6884598E8}" srcOrd="0" destOrd="1" presId="urn:microsoft.com/office/officeart/2016/7/layout/VerticalSolidActionList"/>
    <dgm:cxn modelId="{45C257AC-A33F-F649-8A3B-1826344FF499}" type="presOf" srcId="{5C4CF038-A7BF-4DB2-9EDF-BE3AB142FFA4}" destId="{ED520EE9-E3A3-3042-B10A-A1A12C0BB901}" srcOrd="0" destOrd="0" presId="urn:microsoft.com/office/officeart/2016/7/layout/VerticalSolidActionList"/>
    <dgm:cxn modelId="{F2E4C6AE-1636-4766-944B-485C8051F25C}" srcId="{5C4CF038-A7BF-4DB2-9EDF-BE3AB142FFA4}" destId="{B0D0134C-BAE3-4346-B845-DF53D5666FC7}" srcOrd="0" destOrd="0" parTransId="{C4B0A32C-E1DB-44C2-A3AF-3764A4392CAB}" sibTransId="{7D2CE20E-01B2-46F1-A6B0-1EB1233E4D92}"/>
    <dgm:cxn modelId="{EEAEFDB7-AC33-1C42-BA15-7A9551244679}" type="presOf" srcId="{18710C24-BA80-492D-890C-845D8028BCC7}" destId="{6A976F5E-3281-504E-9163-C0AC3C8BD348}" srcOrd="0" destOrd="0" presId="urn:microsoft.com/office/officeart/2016/7/layout/VerticalSolidActionList"/>
    <dgm:cxn modelId="{1FEFA9C3-666B-4B4F-852B-65B91B056D64}" type="presOf" srcId="{B533E10C-9ADD-4981-B33F-31DC28F70F4F}" destId="{C837E441-D897-8A49-B876-D1A372F155DC}" srcOrd="0" destOrd="1" presId="urn:microsoft.com/office/officeart/2016/7/layout/VerticalSolidActionList"/>
    <dgm:cxn modelId="{8F5C43CB-E2C8-4CF8-83F9-3720254DDBB0}" srcId="{CBD31759-598D-4BC7-85E8-77D3F481D4DF}" destId="{5C4CF038-A7BF-4DB2-9EDF-BE3AB142FFA4}" srcOrd="3" destOrd="0" parTransId="{E1A8B1BC-DADF-420B-9255-302BC9C437DC}" sibTransId="{81979CE3-AE44-421F-B98B-E20798D1A576}"/>
    <dgm:cxn modelId="{08840ECF-E64D-1645-9F6F-27F1FBF8ACB8}" type="presOf" srcId="{D0A4A751-ADC1-47FB-9288-1C6A2D83ED3A}" destId="{991A2A4D-A54C-C84C-A013-FAE6884598E8}" srcOrd="0" destOrd="0" presId="urn:microsoft.com/office/officeart/2016/7/layout/VerticalSolidActionList"/>
    <dgm:cxn modelId="{95495BD0-0BE4-3348-B522-41ADEEE1D5A3}" type="presOf" srcId="{27FCC873-460B-4C87-A1D9-1448CA5D4197}" destId="{76AE4111-BE58-A141-A202-B0B24E4470C5}" srcOrd="0" destOrd="0" presId="urn:microsoft.com/office/officeart/2016/7/layout/VerticalSolidActionList"/>
    <dgm:cxn modelId="{E047B2D5-FC47-48AD-B2A8-93D0723C8B34}" srcId="{27FCC873-460B-4C87-A1D9-1448CA5D4197}" destId="{7E6C88F6-B5E7-4F02-B604-3778CD7893B5}" srcOrd="0" destOrd="0" parTransId="{2D8050F5-5C13-4470-A070-C6003A749D69}" sibTransId="{25E94927-98FC-48D0-B205-305F315CD673}"/>
    <dgm:cxn modelId="{1F9032E3-B525-47CC-9201-174503802CAB}" srcId="{CBD31759-598D-4BC7-85E8-77D3F481D4DF}" destId="{62DB13D0-B5E8-4E2E-9639-92495D53C08D}" srcOrd="0" destOrd="0" parTransId="{A1793B42-F069-4C09-A824-049E6A928FD0}" sibTransId="{6E317E69-CA6F-47C3-AADE-51CEA50503A8}"/>
    <dgm:cxn modelId="{8E2B44EF-A6B0-4FDB-AB4B-D208A7BB3E98}" srcId="{62DB13D0-B5E8-4E2E-9639-92495D53C08D}" destId="{EE2A1640-5D96-41A5-A3A4-E37892CE618E}" srcOrd="1" destOrd="0" parTransId="{C1CF80C2-64C4-4135-9779-0114A056F69C}" sibTransId="{51D901CE-F364-4215-964A-7B231257D5D3}"/>
    <dgm:cxn modelId="{C8D0ACF2-DFE3-4DB6-8E6C-6218B4CA7FF0}" srcId="{27FCC873-460B-4C87-A1D9-1448CA5D4197}" destId="{B533E10C-9ADD-4981-B33F-31DC28F70F4F}" srcOrd="1" destOrd="0" parTransId="{717DDE0F-F501-44F9-8CCE-AD738803755F}" sibTransId="{26726D3E-4623-41DE-8DE9-0F1C29B16FE2}"/>
    <dgm:cxn modelId="{1D825A78-8074-664C-A8E8-35D36F208A69}" type="presParOf" srcId="{864C890C-88C9-B845-A9BB-B42BCFD74293}" destId="{B7FBBE81-47A4-CD46-9E62-08A06D9C6F11}" srcOrd="0" destOrd="0" presId="urn:microsoft.com/office/officeart/2016/7/layout/VerticalSolidActionList"/>
    <dgm:cxn modelId="{A790739F-EC23-5E42-92D5-DEAB07FC959F}" type="presParOf" srcId="{B7FBBE81-47A4-CD46-9E62-08A06D9C6F11}" destId="{DA08F802-2131-FD48-AA52-278759FEE1E3}" srcOrd="0" destOrd="0" presId="urn:microsoft.com/office/officeart/2016/7/layout/VerticalSolidActionList"/>
    <dgm:cxn modelId="{45838DB9-14EE-3D41-9000-3CCF5F80BB99}" type="presParOf" srcId="{B7FBBE81-47A4-CD46-9E62-08A06D9C6F11}" destId="{991A2A4D-A54C-C84C-A013-FAE6884598E8}" srcOrd="1" destOrd="0" presId="urn:microsoft.com/office/officeart/2016/7/layout/VerticalSolidActionList"/>
    <dgm:cxn modelId="{4F6E70E2-DAA2-2341-B971-312E4456E3ED}" type="presParOf" srcId="{864C890C-88C9-B845-A9BB-B42BCFD74293}" destId="{83DFBE3D-F121-F745-8C6A-547926EB49E5}" srcOrd="1" destOrd="0" presId="urn:microsoft.com/office/officeart/2016/7/layout/VerticalSolidActionList"/>
    <dgm:cxn modelId="{071EEA36-DA98-7E42-AA5A-EF7F4CD9EA13}" type="presParOf" srcId="{864C890C-88C9-B845-A9BB-B42BCFD74293}" destId="{F525A56D-608E-A142-AED3-C17B28B245C6}" srcOrd="2" destOrd="0" presId="urn:microsoft.com/office/officeart/2016/7/layout/VerticalSolidActionList"/>
    <dgm:cxn modelId="{08339846-57A4-1E4B-9402-86C755EC3D71}" type="presParOf" srcId="{F525A56D-608E-A142-AED3-C17B28B245C6}" destId="{76AE4111-BE58-A141-A202-B0B24E4470C5}" srcOrd="0" destOrd="0" presId="urn:microsoft.com/office/officeart/2016/7/layout/VerticalSolidActionList"/>
    <dgm:cxn modelId="{A19CDFC6-9F3B-CB49-B623-FE7F39B12BEF}" type="presParOf" srcId="{F525A56D-608E-A142-AED3-C17B28B245C6}" destId="{C837E441-D897-8A49-B876-D1A372F155DC}" srcOrd="1" destOrd="0" presId="urn:microsoft.com/office/officeart/2016/7/layout/VerticalSolidActionList"/>
    <dgm:cxn modelId="{2EDD9C2E-7263-264C-88D2-D21AD9F579FB}" type="presParOf" srcId="{864C890C-88C9-B845-A9BB-B42BCFD74293}" destId="{B56F95C3-8C68-024E-9C6F-310FFD6DF31E}" srcOrd="3" destOrd="0" presId="urn:microsoft.com/office/officeart/2016/7/layout/VerticalSolidActionList"/>
    <dgm:cxn modelId="{555FFC52-973D-6A46-95C9-C8B5DE142A46}" type="presParOf" srcId="{864C890C-88C9-B845-A9BB-B42BCFD74293}" destId="{F45CBB2A-DC44-6741-BC7F-624E2B9EED54}" srcOrd="4" destOrd="0" presId="urn:microsoft.com/office/officeart/2016/7/layout/VerticalSolidActionList"/>
    <dgm:cxn modelId="{8180091B-D748-B843-8BE4-3D57E2E67A74}" type="presParOf" srcId="{F45CBB2A-DC44-6741-BC7F-624E2B9EED54}" destId="{CB76B6ED-F2C4-E841-B925-6E32775B4089}" srcOrd="0" destOrd="0" presId="urn:microsoft.com/office/officeart/2016/7/layout/VerticalSolidActionList"/>
    <dgm:cxn modelId="{43975A8A-CB3C-9B4D-AED0-DD941F1DD993}" type="presParOf" srcId="{F45CBB2A-DC44-6741-BC7F-624E2B9EED54}" destId="{9BF3B043-47CD-B346-9C22-FAA652CD9092}" srcOrd="1" destOrd="0" presId="urn:microsoft.com/office/officeart/2016/7/layout/VerticalSolidActionList"/>
    <dgm:cxn modelId="{7674BC75-F153-154C-8C92-75C78C2071DF}" type="presParOf" srcId="{864C890C-88C9-B845-A9BB-B42BCFD74293}" destId="{D292E4F8-7687-EE4C-8D98-007482089EDE}" srcOrd="5" destOrd="0" presId="urn:microsoft.com/office/officeart/2016/7/layout/VerticalSolidActionList"/>
    <dgm:cxn modelId="{960ED16F-A1AD-A842-A2DA-331BC984C994}" type="presParOf" srcId="{864C890C-88C9-B845-A9BB-B42BCFD74293}" destId="{AAE6F158-E8A2-9A4C-A5D3-C68E4C04FEB7}" srcOrd="6" destOrd="0" presId="urn:microsoft.com/office/officeart/2016/7/layout/VerticalSolidActionList"/>
    <dgm:cxn modelId="{93FA8534-0754-274E-95F3-E50F12B76C3C}" type="presParOf" srcId="{AAE6F158-E8A2-9A4C-A5D3-C68E4C04FEB7}" destId="{ED520EE9-E3A3-3042-B10A-A1A12C0BB901}" srcOrd="0" destOrd="0" presId="urn:microsoft.com/office/officeart/2016/7/layout/VerticalSolidActionList"/>
    <dgm:cxn modelId="{35C2D3CF-5453-194F-BA54-8C61D046BA77}" type="presParOf" srcId="{AAE6F158-E8A2-9A4C-A5D3-C68E4C04FEB7}" destId="{04068921-B7CC-E84C-949B-62DA03D3B1FB}" srcOrd="1" destOrd="0" presId="urn:microsoft.com/office/officeart/2016/7/layout/VerticalSolidActionList"/>
    <dgm:cxn modelId="{C5CD0D90-65E2-184D-AAFC-1D328EE52691}" type="presParOf" srcId="{864C890C-88C9-B845-A9BB-B42BCFD74293}" destId="{F273009D-724A-664B-BAA2-1631D4B56DFA}" srcOrd="7" destOrd="0" presId="urn:microsoft.com/office/officeart/2016/7/layout/VerticalSolidActionList"/>
    <dgm:cxn modelId="{369756F4-CAE0-0743-80D3-36FEE6CEA97D}" type="presParOf" srcId="{864C890C-88C9-B845-A9BB-B42BCFD74293}" destId="{ACFDF43F-F072-3249-8636-2675684EB157}" srcOrd="8" destOrd="0" presId="urn:microsoft.com/office/officeart/2016/7/layout/VerticalSolidActionList"/>
    <dgm:cxn modelId="{E2CA0D3A-B216-BB4C-8147-A41D48EF0EDB}" type="presParOf" srcId="{ACFDF43F-F072-3249-8636-2675684EB157}" destId="{6A976F5E-3281-504E-9163-C0AC3C8BD348}" srcOrd="0" destOrd="0" presId="urn:microsoft.com/office/officeart/2016/7/layout/VerticalSolidActionList"/>
    <dgm:cxn modelId="{5A9F9CBE-D470-6C4B-B75B-9C8FC0C8C920}" type="presParOf" srcId="{ACFDF43F-F072-3249-8636-2675684EB157}" destId="{A5C9077A-8FA4-BF40-97A3-BF8E250DD4F8}" srcOrd="1" destOrd="0" presId="urn:microsoft.com/office/officeart/2016/7/layout/VerticalSolidAc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FF686FBA-E23D-4299-A861-864CD74EB04A}"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DD704E44-A7D1-4AEE-9A57-CB1B95E87C7C}">
      <dgm:prSet/>
      <dgm:spPr/>
      <dgm:t>
        <a:bodyPr/>
        <a:lstStyle/>
        <a:p>
          <a:r>
            <a:rPr lang="en-CA" b="1"/>
            <a:t>Natural‑language data access</a:t>
          </a:r>
          <a:endParaRPr lang="en-US"/>
        </a:p>
      </dgm:t>
    </dgm:pt>
    <dgm:pt modelId="{F312B1D2-E5C0-4E89-B26E-96382FBA75D5}" type="parTrans" cxnId="{320EA654-EFAB-4607-BFEF-026F37EC169A}">
      <dgm:prSet/>
      <dgm:spPr/>
      <dgm:t>
        <a:bodyPr/>
        <a:lstStyle/>
        <a:p>
          <a:endParaRPr lang="en-US"/>
        </a:p>
      </dgm:t>
    </dgm:pt>
    <dgm:pt modelId="{320E409C-83B3-46D6-8ADD-10DAAD627C5F}" type="sibTrans" cxnId="{320EA654-EFAB-4607-BFEF-026F37EC169A}">
      <dgm:prSet/>
      <dgm:spPr/>
      <dgm:t>
        <a:bodyPr/>
        <a:lstStyle/>
        <a:p>
          <a:endParaRPr lang="en-US"/>
        </a:p>
      </dgm:t>
    </dgm:pt>
    <dgm:pt modelId="{EF2567D7-11FD-4FB6-913B-FA7798CBC792}">
      <dgm:prSet/>
      <dgm:spPr/>
      <dgm:t>
        <a:bodyPr/>
        <a:lstStyle/>
        <a:p>
          <a:r>
            <a:rPr lang="en-CA"/>
            <a:t>Ask questions like “Count animals by sex” or “Top 10 breeds by growth” in plain English.</a:t>
          </a:r>
          <a:endParaRPr lang="en-US"/>
        </a:p>
      </dgm:t>
    </dgm:pt>
    <dgm:pt modelId="{AF61AC49-1DB8-45EA-878E-5BE7604F1055}" type="parTrans" cxnId="{BB576B04-3695-4392-9E1F-78CAA5F3C94D}">
      <dgm:prSet/>
      <dgm:spPr/>
      <dgm:t>
        <a:bodyPr/>
        <a:lstStyle/>
        <a:p>
          <a:endParaRPr lang="en-US"/>
        </a:p>
      </dgm:t>
    </dgm:pt>
    <dgm:pt modelId="{D505AE15-7642-4354-8693-7927B2EBB893}" type="sibTrans" cxnId="{BB576B04-3695-4392-9E1F-78CAA5F3C94D}">
      <dgm:prSet/>
      <dgm:spPr/>
      <dgm:t>
        <a:bodyPr/>
        <a:lstStyle/>
        <a:p>
          <a:endParaRPr lang="en-US"/>
        </a:p>
      </dgm:t>
    </dgm:pt>
    <dgm:pt modelId="{DACECB73-7388-4F67-91FD-DFAF518C89A1}">
      <dgm:prSet/>
      <dgm:spPr/>
      <dgm:t>
        <a:bodyPr/>
        <a:lstStyle/>
        <a:p>
          <a:r>
            <a:rPr lang="en-CA" dirty="0" err="1"/>
            <a:t>LangChain</a:t>
          </a:r>
          <a:r>
            <a:rPr lang="en-CA" dirty="0"/>
            <a:t> SQL agent translates to safe SQL and returns structured tables.</a:t>
          </a:r>
          <a:endParaRPr lang="en-US" dirty="0"/>
        </a:p>
      </dgm:t>
    </dgm:pt>
    <dgm:pt modelId="{4E9F53FA-6EAB-4578-93DB-B1549FED58FF}" type="parTrans" cxnId="{D2A6AAAF-A364-430F-9A98-352C42780EE5}">
      <dgm:prSet/>
      <dgm:spPr/>
      <dgm:t>
        <a:bodyPr/>
        <a:lstStyle/>
        <a:p>
          <a:endParaRPr lang="en-US"/>
        </a:p>
      </dgm:t>
    </dgm:pt>
    <dgm:pt modelId="{870C950B-EEE9-48E6-9F72-D9F1D7B39A35}" type="sibTrans" cxnId="{D2A6AAAF-A364-430F-9A98-352C42780EE5}">
      <dgm:prSet/>
      <dgm:spPr/>
      <dgm:t>
        <a:bodyPr/>
        <a:lstStyle/>
        <a:p>
          <a:endParaRPr lang="en-US"/>
        </a:p>
      </dgm:t>
    </dgm:pt>
    <dgm:pt modelId="{DFB28EFE-40CF-4E7C-8378-9A4B0FF9B436}">
      <dgm:prSet/>
      <dgm:spPr/>
      <dgm:t>
        <a:bodyPr/>
        <a:lstStyle/>
        <a:p>
          <a:r>
            <a:rPr lang="en-CA" b="1"/>
            <a:t>Data‑aware analysis &amp; visualization</a:t>
          </a:r>
          <a:endParaRPr lang="en-US"/>
        </a:p>
      </dgm:t>
    </dgm:pt>
    <dgm:pt modelId="{2ABADA1D-02E7-43C5-9DC9-FE7C11226E63}" type="parTrans" cxnId="{796C311C-76B1-4DD7-B5E0-7519C4FEF7D1}">
      <dgm:prSet/>
      <dgm:spPr/>
      <dgm:t>
        <a:bodyPr/>
        <a:lstStyle/>
        <a:p>
          <a:endParaRPr lang="en-US"/>
        </a:p>
      </dgm:t>
    </dgm:pt>
    <dgm:pt modelId="{04C2DD8C-EF02-425D-8B2E-CA416FD6F7E1}" type="sibTrans" cxnId="{796C311C-76B1-4DD7-B5E0-7519C4FEF7D1}">
      <dgm:prSet/>
      <dgm:spPr/>
      <dgm:t>
        <a:bodyPr/>
        <a:lstStyle/>
        <a:p>
          <a:endParaRPr lang="en-US"/>
        </a:p>
      </dgm:t>
    </dgm:pt>
    <dgm:pt modelId="{ADD31F03-E56D-4CED-9D02-2CE28053A26E}">
      <dgm:prSet/>
      <dgm:spPr/>
      <dgm:t>
        <a:bodyPr/>
        <a:lstStyle/>
        <a:p>
          <a:r>
            <a:rPr lang="en-CA" dirty="0"/>
            <a:t>Summaries that understand the table content (not just echoing rows).</a:t>
          </a:r>
          <a:endParaRPr lang="en-US" dirty="0"/>
        </a:p>
      </dgm:t>
    </dgm:pt>
    <dgm:pt modelId="{1ED5B294-0081-4DD6-8E40-B312F6FA1305}" type="parTrans" cxnId="{071A38BE-1253-4BC3-B557-BF1DE1117BA2}">
      <dgm:prSet/>
      <dgm:spPr/>
      <dgm:t>
        <a:bodyPr/>
        <a:lstStyle/>
        <a:p>
          <a:endParaRPr lang="en-US"/>
        </a:p>
      </dgm:t>
    </dgm:pt>
    <dgm:pt modelId="{9755F154-F363-462C-A63C-31BE833D0E31}" type="sibTrans" cxnId="{071A38BE-1253-4BC3-B557-BF1DE1117BA2}">
      <dgm:prSet/>
      <dgm:spPr/>
      <dgm:t>
        <a:bodyPr/>
        <a:lstStyle/>
        <a:p>
          <a:endParaRPr lang="en-US"/>
        </a:p>
      </dgm:t>
    </dgm:pt>
    <dgm:pt modelId="{E1C7F041-C4F2-4FC8-9D3E-DEABD130CD9E}">
      <dgm:prSet/>
      <dgm:spPr/>
      <dgm:t>
        <a:bodyPr/>
        <a:lstStyle/>
        <a:p>
          <a:r>
            <a:rPr lang="en-CA"/>
            <a:t>Interactive Plotly charts: trends, distributions, PCA, GWAS plots, etc.</a:t>
          </a:r>
          <a:endParaRPr lang="en-US"/>
        </a:p>
      </dgm:t>
    </dgm:pt>
    <dgm:pt modelId="{FA7373A7-C540-43DA-ABB4-2EA4467639E3}" type="parTrans" cxnId="{3A81C0B2-EDA6-4D46-8920-6B0D6B8A2754}">
      <dgm:prSet/>
      <dgm:spPr/>
      <dgm:t>
        <a:bodyPr/>
        <a:lstStyle/>
        <a:p>
          <a:endParaRPr lang="en-US"/>
        </a:p>
      </dgm:t>
    </dgm:pt>
    <dgm:pt modelId="{9356F77A-6A76-4A62-8ADA-E7CA81F74016}" type="sibTrans" cxnId="{3A81C0B2-EDA6-4D46-8920-6B0D6B8A2754}">
      <dgm:prSet/>
      <dgm:spPr/>
      <dgm:t>
        <a:bodyPr/>
        <a:lstStyle/>
        <a:p>
          <a:endParaRPr lang="en-US"/>
        </a:p>
      </dgm:t>
    </dgm:pt>
    <dgm:pt modelId="{2A65E793-C7B8-4D89-85D3-02E3A471B554}">
      <dgm:prSet/>
      <dgm:spPr/>
      <dgm:t>
        <a:bodyPr/>
        <a:lstStyle/>
        <a:p>
          <a:r>
            <a:rPr lang="en-CA" b="1"/>
            <a:t>Built‑in statistical tooling</a:t>
          </a:r>
          <a:endParaRPr lang="en-US"/>
        </a:p>
      </dgm:t>
    </dgm:pt>
    <dgm:pt modelId="{45EF0B37-BC85-409E-9B95-048EC5028F11}" type="parTrans" cxnId="{B762E178-C434-4DCC-8EEF-DBF7F9F8EB1C}">
      <dgm:prSet/>
      <dgm:spPr/>
      <dgm:t>
        <a:bodyPr/>
        <a:lstStyle/>
        <a:p>
          <a:endParaRPr lang="en-US"/>
        </a:p>
      </dgm:t>
    </dgm:pt>
    <dgm:pt modelId="{161AC083-3F99-4861-9801-9FEB83C7E31D}" type="sibTrans" cxnId="{B762E178-C434-4DCC-8EEF-DBF7F9F8EB1C}">
      <dgm:prSet/>
      <dgm:spPr/>
      <dgm:t>
        <a:bodyPr/>
        <a:lstStyle/>
        <a:p>
          <a:endParaRPr lang="en-US"/>
        </a:p>
      </dgm:t>
    </dgm:pt>
    <dgm:pt modelId="{9CA2B4A8-4D7B-4BF2-83AB-FEB628C493E7}">
      <dgm:prSet/>
      <dgm:spPr/>
      <dgm:t>
        <a:bodyPr/>
        <a:lstStyle/>
        <a:p>
          <a:r>
            <a:rPr lang="en-CA"/>
            <a:t>Regression, random forest, and Q‑Q plots available as tools behind /chat.</a:t>
          </a:r>
          <a:endParaRPr lang="en-US"/>
        </a:p>
      </dgm:t>
    </dgm:pt>
    <dgm:pt modelId="{190AF161-6711-49A5-AF93-3EE757EF4100}" type="parTrans" cxnId="{23E43844-4DB8-4E00-ABAA-BF7911B9E4CC}">
      <dgm:prSet/>
      <dgm:spPr/>
      <dgm:t>
        <a:bodyPr/>
        <a:lstStyle/>
        <a:p>
          <a:endParaRPr lang="en-US"/>
        </a:p>
      </dgm:t>
    </dgm:pt>
    <dgm:pt modelId="{47AF53DD-2244-468E-924B-DA400C236B6E}" type="sibTrans" cxnId="{23E43844-4DB8-4E00-ABAA-BF7911B9E4CC}">
      <dgm:prSet/>
      <dgm:spPr/>
      <dgm:t>
        <a:bodyPr/>
        <a:lstStyle/>
        <a:p>
          <a:endParaRPr lang="en-US"/>
        </a:p>
      </dgm:t>
    </dgm:pt>
    <dgm:pt modelId="{F16666B3-D3AF-4161-A04A-722CE2C0B773}">
      <dgm:prSet/>
      <dgm:spPr/>
      <dgm:t>
        <a:bodyPr/>
        <a:lstStyle/>
        <a:p>
          <a:r>
            <a:rPr lang="en-CA"/>
            <a:t>Results come back as explanations plus charts you can inspect and reuse.</a:t>
          </a:r>
          <a:endParaRPr lang="en-US"/>
        </a:p>
      </dgm:t>
    </dgm:pt>
    <dgm:pt modelId="{CBE56227-146D-4A86-B6D2-337E64650D87}" type="parTrans" cxnId="{178A9EE6-FB04-4868-BE6B-0589F239862D}">
      <dgm:prSet/>
      <dgm:spPr/>
      <dgm:t>
        <a:bodyPr/>
        <a:lstStyle/>
        <a:p>
          <a:endParaRPr lang="en-US"/>
        </a:p>
      </dgm:t>
    </dgm:pt>
    <dgm:pt modelId="{CBC1EC6D-0C93-457C-BC27-5673BFD8625C}" type="sibTrans" cxnId="{178A9EE6-FB04-4868-BE6B-0589F239862D}">
      <dgm:prSet/>
      <dgm:spPr/>
      <dgm:t>
        <a:bodyPr/>
        <a:lstStyle/>
        <a:p>
          <a:endParaRPr lang="en-US"/>
        </a:p>
      </dgm:t>
    </dgm:pt>
    <dgm:pt modelId="{1E79E76C-616C-4F60-8E5F-05ACAC71E0E4}">
      <dgm:prSet/>
      <dgm:spPr/>
      <dgm:t>
        <a:bodyPr/>
        <a:lstStyle/>
        <a:p>
          <a:r>
            <a:rPr lang="en-CA" b="1"/>
            <a:t>Research &amp; code integration</a:t>
          </a:r>
          <a:endParaRPr lang="en-US"/>
        </a:p>
      </dgm:t>
    </dgm:pt>
    <dgm:pt modelId="{9356F4FA-0713-455B-8FF1-22E98BC2508E}" type="parTrans" cxnId="{AC020F0A-78F4-4247-B1D3-4501411885F9}">
      <dgm:prSet/>
      <dgm:spPr/>
      <dgm:t>
        <a:bodyPr/>
        <a:lstStyle/>
        <a:p>
          <a:endParaRPr lang="en-US"/>
        </a:p>
      </dgm:t>
    </dgm:pt>
    <dgm:pt modelId="{F200F482-6CCE-4124-B186-589EE1743F82}" type="sibTrans" cxnId="{AC020F0A-78F4-4247-B1D3-4501411885F9}">
      <dgm:prSet/>
      <dgm:spPr/>
      <dgm:t>
        <a:bodyPr/>
        <a:lstStyle/>
        <a:p>
          <a:endParaRPr lang="en-US"/>
        </a:p>
      </dgm:t>
    </dgm:pt>
    <dgm:pt modelId="{7D5901FF-1C33-4990-8984-9863EFDF5922}">
      <dgm:prSet/>
      <dgm:spPr/>
      <dgm:t>
        <a:bodyPr/>
        <a:lstStyle/>
        <a:p>
          <a:r>
            <a:rPr lang="en-CA"/>
            <a:t>RAG over scientific literature (e.g., arXiv and journal sources) for research‑style queries.</a:t>
          </a:r>
          <a:endParaRPr lang="en-US"/>
        </a:p>
      </dgm:t>
    </dgm:pt>
    <dgm:pt modelId="{FF3E93E8-1128-44E3-AA66-D1810260B959}" type="parTrans" cxnId="{0AFBB1EF-3356-4535-921E-C8715B0270DA}">
      <dgm:prSet/>
      <dgm:spPr/>
      <dgm:t>
        <a:bodyPr/>
        <a:lstStyle/>
        <a:p>
          <a:endParaRPr lang="en-US"/>
        </a:p>
      </dgm:t>
    </dgm:pt>
    <dgm:pt modelId="{948615F5-A10B-4912-A2C7-8D6847B341F7}" type="sibTrans" cxnId="{0AFBB1EF-3356-4535-921E-C8715B0270DA}">
      <dgm:prSet/>
      <dgm:spPr/>
      <dgm:t>
        <a:bodyPr/>
        <a:lstStyle/>
        <a:p>
          <a:endParaRPr lang="en-US"/>
        </a:p>
      </dgm:t>
    </dgm:pt>
    <dgm:pt modelId="{2028DE3D-EC62-44D3-B195-B0229C90FCC0}">
      <dgm:prSet/>
      <dgm:spPr/>
      <dgm:t>
        <a:bodyPr/>
        <a:lstStyle/>
        <a:p>
          <a:r>
            <a:rPr lang="en-CA"/>
            <a:t>Copyable code snippets with syntax highlighting for reproducing analyses.</a:t>
          </a:r>
          <a:endParaRPr lang="en-US"/>
        </a:p>
      </dgm:t>
    </dgm:pt>
    <dgm:pt modelId="{84B6D23B-9836-4A12-AE32-378410235FFB}" type="parTrans" cxnId="{CFD8ED1F-A512-4169-A10C-EE4E1C7B6545}">
      <dgm:prSet/>
      <dgm:spPr/>
      <dgm:t>
        <a:bodyPr/>
        <a:lstStyle/>
        <a:p>
          <a:endParaRPr lang="en-US"/>
        </a:p>
      </dgm:t>
    </dgm:pt>
    <dgm:pt modelId="{08D0BE84-92F4-4FED-94E0-CF15C5268F50}" type="sibTrans" cxnId="{CFD8ED1F-A512-4169-A10C-EE4E1C7B6545}">
      <dgm:prSet/>
      <dgm:spPr/>
      <dgm:t>
        <a:bodyPr/>
        <a:lstStyle/>
        <a:p>
          <a:endParaRPr lang="en-US"/>
        </a:p>
      </dgm:t>
    </dgm:pt>
    <dgm:pt modelId="{5D4A0C64-AF75-4A41-BAB4-7DEBD8B12536}" type="pres">
      <dgm:prSet presAssocID="{FF686FBA-E23D-4299-A861-864CD74EB04A}" presName="linear" presStyleCnt="0">
        <dgm:presLayoutVars>
          <dgm:animLvl val="lvl"/>
          <dgm:resizeHandles val="exact"/>
        </dgm:presLayoutVars>
      </dgm:prSet>
      <dgm:spPr/>
    </dgm:pt>
    <dgm:pt modelId="{85DD7D8C-6F26-224D-831D-DA880A8049B3}" type="pres">
      <dgm:prSet presAssocID="{DD704E44-A7D1-4AEE-9A57-CB1B95E87C7C}" presName="parentText" presStyleLbl="node1" presStyleIdx="0" presStyleCnt="4">
        <dgm:presLayoutVars>
          <dgm:chMax val="0"/>
          <dgm:bulletEnabled val="1"/>
        </dgm:presLayoutVars>
      </dgm:prSet>
      <dgm:spPr/>
    </dgm:pt>
    <dgm:pt modelId="{5EBBF166-4CCA-6549-ADD5-36E483FA5B45}" type="pres">
      <dgm:prSet presAssocID="{DD704E44-A7D1-4AEE-9A57-CB1B95E87C7C}" presName="childText" presStyleLbl="revTx" presStyleIdx="0" presStyleCnt="4">
        <dgm:presLayoutVars>
          <dgm:bulletEnabled val="1"/>
        </dgm:presLayoutVars>
      </dgm:prSet>
      <dgm:spPr/>
    </dgm:pt>
    <dgm:pt modelId="{0B50DD8C-1E56-3F40-B7C1-FD1B2BDEF3D6}" type="pres">
      <dgm:prSet presAssocID="{DFB28EFE-40CF-4E7C-8378-9A4B0FF9B436}" presName="parentText" presStyleLbl="node1" presStyleIdx="1" presStyleCnt="4">
        <dgm:presLayoutVars>
          <dgm:chMax val="0"/>
          <dgm:bulletEnabled val="1"/>
        </dgm:presLayoutVars>
      </dgm:prSet>
      <dgm:spPr/>
    </dgm:pt>
    <dgm:pt modelId="{B3DBA563-E92E-9C4F-B40D-287A2DE848F5}" type="pres">
      <dgm:prSet presAssocID="{DFB28EFE-40CF-4E7C-8378-9A4B0FF9B436}" presName="childText" presStyleLbl="revTx" presStyleIdx="1" presStyleCnt="4">
        <dgm:presLayoutVars>
          <dgm:bulletEnabled val="1"/>
        </dgm:presLayoutVars>
      </dgm:prSet>
      <dgm:spPr/>
    </dgm:pt>
    <dgm:pt modelId="{0A70B3EF-5C95-794E-98DF-1D81C0352820}" type="pres">
      <dgm:prSet presAssocID="{2A65E793-C7B8-4D89-85D3-02E3A471B554}" presName="parentText" presStyleLbl="node1" presStyleIdx="2" presStyleCnt="4">
        <dgm:presLayoutVars>
          <dgm:chMax val="0"/>
          <dgm:bulletEnabled val="1"/>
        </dgm:presLayoutVars>
      </dgm:prSet>
      <dgm:spPr/>
    </dgm:pt>
    <dgm:pt modelId="{42CE6A36-4635-5A48-AA15-33F806C271A3}" type="pres">
      <dgm:prSet presAssocID="{2A65E793-C7B8-4D89-85D3-02E3A471B554}" presName="childText" presStyleLbl="revTx" presStyleIdx="2" presStyleCnt="4">
        <dgm:presLayoutVars>
          <dgm:bulletEnabled val="1"/>
        </dgm:presLayoutVars>
      </dgm:prSet>
      <dgm:spPr/>
    </dgm:pt>
    <dgm:pt modelId="{0E87781A-B989-0C4E-8CE6-2C7C064FF73F}" type="pres">
      <dgm:prSet presAssocID="{1E79E76C-616C-4F60-8E5F-05ACAC71E0E4}" presName="parentText" presStyleLbl="node1" presStyleIdx="3" presStyleCnt="4">
        <dgm:presLayoutVars>
          <dgm:chMax val="0"/>
          <dgm:bulletEnabled val="1"/>
        </dgm:presLayoutVars>
      </dgm:prSet>
      <dgm:spPr/>
    </dgm:pt>
    <dgm:pt modelId="{D63F6689-B391-8547-BB9C-FAB1610AB0AC}" type="pres">
      <dgm:prSet presAssocID="{1E79E76C-616C-4F60-8E5F-05ACAC71E0E4}" presName="childText" presStyleLbl="revTx" presStyleIdx="3" presStyleCnt="4">
        <dgm:presLayoutVars>
          <dgm:bulletEnabled val="1"/>
        </dgm:presLayoutVars>
      </dgm:prSet>
      <dgm:spPr/>
    </dgm:pt>
  </dgm:ptLst>
  <dgm:cxnLst>
    <dgm:cxn modelId="{BB576B04-3695-4392-9E1F-78CAA5F3C94D}" srcId="{DD704E44-A7D1-4AEE-9A57-CB1B95E87C7C}" destId="{EF2567D7-11FD-4FB6-913B-FA7798CBC792}" srcOrd="0" destOrd="0" parTransId="{AF61AC49-1DB8-45EA-878E-5BE7604F1055}" sibTransId="{D505AE15-7642-4354-8693-7927B2EBB893}"/>
    <dgm:cxn modelId="{AC020F0A-78F4-4247-B1D3-4501411885F9}" srcId="{FF686FBA-E23D-4299-A861-864CD74EB04A}" destId="{1E79E76C-616C-4F60-8E5F-05ACAC71E0E4}" srcOrd="3" destOrd="0" parTransId="{9356F4FA-0713-455B-8FF1-22E98BC2508E}" sibTransId="{F200F482-6CCE-4124-B186-589EE1743F82}"/>
    <dgm:cxn modelId="{B776510E-9F40-CD45-A94D-0C7CAC06437C}" type="presOf" srcId="{7D5901FF-1C33-4990-8984-9863EFDF5922}" destId="{D63F6689-B391-8547-BB9C-FAB1610AB0AC}" srcOrd="0" destOrd="0" presId="urn:microsoft.com/office/officeart/2005/8/layout/vList2"/>
    <dgm:cxn modelId="{1E677018-64BE-2746-9657-092434907E3C}" type="presOf" srcId="{DD704E44-A7D1-4AEE-9A57-CB1B95E87C7C}" destId="{85DD7D8C-6F26-224D-831D-DA880A8049B3}" srcOrd="0" destOrd="0" presId="urn:microsoft.com/office/officeart/2005/8/layout/vList2"/>
    <dgm:cxn modelId="{796C311C-76B1-4DD7-B5E0-7519C4FEF7D1}" srcId="{FF686FBA-E23D-4299-A861-864CD74EB04A}" destId="{DFB28EFE-40CF-4E7C-8378-9A4B0FF9B436}" srcOrd="1" destOrd="0" parTransId="{2ABADA1D-02E7-43C5-9DC9-FE7C11226E63}" sibTransId="{04C2DD8C-EF02-425D-8B2E-CA416FD6F7E1}"/>
    <dgm:cxn modelId="{CFD8ED1F-A512-4169-A10C-EE4E1C7B6545}" srcId="{1E79E76C-616C-4F60-8E5F-05ACAC71E0E4}" destId="{2028DE3D-EC62-44D3-B195-B0229C90FCC0}" srcOrd="1" destOrd="0" parTransId="{84B6D23B-9836-4A12-AE32-378410235FFB}" sibTransId="{08D0BE84-92F4-4FED-94E0-CF15C5268F50}"/>
    <dgm:cxn modelId="{23E43844-4DB8-4E00-ABAA-BF7911B9E4CC}" srcId="{2A65E793-C7B8-4D89-85D3-02E3A471B554}" destId="{9CA2B4A8-4D7B-4BF2-83AB-FEB628C493E7}" srcOrd="0" destOrd="0" parTransId="{190AF161-6711-49A5-AF93-3EE757EF4100}" sibTransId="{47AF53DD-2244-468E-924B-DA400C236B6E}"/>
    <dgm:cxn modelId="{BB332B4F-2DD2-8D43-AAAA-7B914CD2F9DF}" type="presOf" srcId="{2028DE3D-EC62-44D3-B195-B0229C90FCC0}" destId="{D63F6689-B391-8547-BB9C-FAB1610AB0AC}" srcOrd="0" destOrd="1" presId="urn:microsoft.com/office/officeart/2005/8/layout/vList2"/>
    <dgm:cxn modelId="{320EA654-EFAB-4607-BFEF-026F37EC169A}" srcId="{FF686FBA-E23D-4299-A861-864CD74EB04A}" destId="{DD704E44-A7D1-4AEE-9A57-CB1B95E87C7C}" srcOrd="0" destOrd="0" parTransId="{F312B1D2-E5C0-4E89-B26E-96382FBA75D5}" sibTransId="{320E409C-83B3-46D6-8ADD-10DAAD627C5F}"/>
    <dgm:cxn modelId="{E686B75E-2B88-C443-A519-AF72EC202F6E}" type="presOf" srcId="{2A65E793-C7B8-4D89-85D3-02E3A471B554}" destId="{0A70B3EF-5C95-794E-98DF-1D81C0352820}" srcOrd="0" destOrd="0" presId="urn:microsoft.com/office/officeart/2005/8/layout/vList2"/>
    <dgm:cxn modelId="{594EAE64-D66C-024D-BC03-A3287C3B8E32}" type="presOf" srcId="{1E79E76C-616C-4F60-8E5F-05ACAC71E0E4}" destId="{0E87781A-B989-0C4E-8CE6-2C7C064FF73F}" srcOrd="0" destOrd="0" presId="urn:microsoft.com/office/officeart/2005/8/layout/vList2"/>
    <dgm:cxn modelId="{B762E178-C434-4DCC-8EEF-DBF7F9F8EB1C}" srcId="{FF686FBA-E23D-4299-A861-864CD74EB04A}" destId="{2A65E793-C7B8-4D89-85D3-02E3A471B554}" srcOrd="2" destOrd="0" parTransId="{45EF0B37-BC85-409E-9B95-048EC5028F11}" sibTransId="{161AC083-3F99-4861-9801-9FEB83C7E31D}"/>
    <dgm:cxn modelId="{3EF8497D-016C-FC48-9EBE-8D2204261AA1}" type="presOf" srcId="{E1C7F041-C4F2-4FC8-9D3E-DEABD130CD9E}" destId="{B3DBA563-E92E-9C4F-B40D-287A2DE848F5}" srcOrd="0" destOrd="1" presId="urn:microsoft.com/office/officeart/2005/8/layout/vList2"/>
    <dgm:cxn modelId="{4D18BD80-0594-894B-AAED-6400F486E712}" type="presOf" srcId="{ADD31F03-E56D-4CED-9D02-2CE28053A26E}" destId="{B3DBA563-E92E-9C4F-B40D-287A2DE848F5}" srcOrd="0" destOrd="0" presId="urn:microsoft.com/office/officeart/2005/8/layout/vList2"/>
    <dgm:cxn modelId="{B691458E-7645-EA4B-9397-287FC302B66A}" type="presOf" srcId="{FF686FBA-E23D-4299-A861-864CD74EB04A}" destId="{5D4A0C64-AF75-4A41-BAB4-7DEBD8B12536}" srcOrd="0" destOrd="0" presId="urn:microsoft.com/office/officeart/2005/8/layout/vList2"/>
    <dgm:cxn modelId="{AA415F95-93ED-FA48-8042-3ECB145A78EB}" type="presOf" srcId="{EF2567D7-11FD-4FB6-913B-FA7798CBC792}" destId="{5EBBF166-4CCA-6549-ADD5-36E483FA5B45}" srcOrd="0" destOrd="0" presId="urn:microsoft.com/office/officeart/2005/8/layout/vList2"/>
    <dgm:cxn modelId="{90D9C6A1-B63F-8B45-9666-62F44C093C23}" type="presOf" srcId="{F16666B3-D3AF-4161-A04A-722CE2C0B773}" destId="{42CE6A36-4635-5A48-AA15-33F806C271A3}" srcOrd="0" destOrd="1" presId="urn:microsoft.com/office/officeart/2005/8/layout/vList2"/>
    <dgm:cxn modelId="{1BDBB6AD-08A8-9A4F-B236-A7C309774724}" type="presOf" srcId="{DACECB73-7388-4F67-91FD-DFAF518C89A1}" destId="{5EBBF166-4CCA-6549-ADD5-36E483FA5B45}" srcOrd="0" destOrd="1" presId="urn:microsoft.com/office/officeart/2005/8/layout/vList2"/>
    <dgm:cxn modelId="{D2A6AAAF-A364-430F-9A98-352C42780EE5}" srcId="{DD704E44-A7D1-4AEE-9A57-CB1B95E87C7C}" destId="{DACECB73-7388-4F67-91FD-DFAF518C89A1}" srcOrd="1" destOrd="0" parTransId="{4E9F53FA-6EAB-4578-93DB-B1549FED58FF}" sibTransId="{870C950B-EEE9-48E6-9F72-D9F1D7B39A35}"/>
    <dgm:cxn modelId="{3A81C0B2-EDA6-4D46-8920-6B0D6B8A2754}" srcId="{DFB28EFE-40CF-4E7C-8378-9A4B0FF9B436}" destId="{E1C7F041-C4F2-4FC8-9D3E-DEABD130CD9E}" srcOrd="1" destOrd="0" parTransId="{FA7373A7-C540-43DA-ABB4-2EA4467639E3}" sibTransId="{9356F77A-6A76-4A62-8ADA-E7CA81F74016}"/>
    <dgm:cxn modelId="{D2E2AEB4-95C4-D148-9DDA-158AF7E3221A}" type="presOf" srcId="{DFB28EFE-40CF-4E7C-8378-9A4B0FF9B436}" destId="{0B50DD8C-1E56-3F40-B7C1-FD1B2BDEF3D6}" srcOrd="0" destOrd="0" presId="urn:microsoft.com/office/officeart/2005/8/layout/vList2"/>
    <dgm:cxn modelId="{78EB9CB8-F83F-1A4F-A700-599C7D986E00}" type="presOf" srcId="{9CA2B4A8-4D7B-4BF2-83AB-FEB628C493E7}" destId="{42CE6A36-4635-5A48-AA15-33F806C271A3}" srcOrd="0" destOrd="0" presId="urn:microsoft.com/office/officeart/2005/8/layout/vList2"/>
    <dgm:cxn modelId="{071A38BE-1253-4BC3-B557-BF1DE1117BA2}" srcId="{DFB28EFE-40CF-4E7C-8378-9A4B0FF9B436}" destId="{ADD31F03-E56D-4CED-9D02-2CE28053A26E}" srcOrd="0" destOrd="0" parTransId="{1ED5B294-0081-4DD6-8E40-B312F6FA1305}" sibTransId="{9755F154-F363-462C-A63C-31BE833D0E31}"/>
    <dgm:cxn modelId="{178A9EE6-FB04-4868-BE6B-0589F239862D}" srcId="{2A65E793-C7B8-4D89-85D3-02E3A471B554}" destId="{F16666B3-D3AF-4161-A04A-722CE2C0B773}" srcOrd="1" destOrd="0" parTransId="{CBE56227-146D-4A86-B6D2-337E64650D87}" sibTransId="{CBC1EC6D-0C93-457C-BC27-5673BFD8625C}"/>
    <dgm:cxn modelId="{0AFBB1EF-3356-4535-921E-C8715B0270DA}" srcId="{1E79E76C-616C-4F60-8E5F-05ACAC71E0E4}" destId="{7D5901FF-1C33-4990-8984-9863EFDF5922}" srcOrd="0" destOrd="0" parTransId="{FF3E93E8-1128-44E3-AA66-D1810260B959}" sibTransId="{948615F5-A10B-4912-A2C7-8D6847B341F7}"/>
    <dgm:cxn modelId="{34162EC4-3218-9541-A712-27464831F7EA}" type="presParOf" srcId="{5D4A0C64-AF75-4A41-BAB4-7DEBD8B12536}" destId="{85DD7D8C-6F26-224D-831D-DA880A8049B3}" srcOrd="0" destOrd="0" presId="urn:microsoft.com/office/officeart/2005/8/layout/vList2"/>
    <dgm:cxn modelId="{D1924917-2852-C242-92F3-36536A537C12}" type="presParOf" srcId="{5D4A0C64-AF75-4A41-BAB4-7DEBD8B12536}" destId="{5EBBF166-4CCA-6549-ADD5-36E483FA5B45}" srcOrd="1" destOrd="0" presId="urn:microsoft.com/office/officeart/2005/8/layout/vList2"/>
    <dgm:cxn modelId="{121A407D-635D-894D-8AF8-D1CD071144EE}" type="presParOf" srcId="{5D4A0C64-AF75-4A41-BAB4-7DEBD8B12536}" destId="{0B50DD8C-1E56-3F40-B7C1-FD1B2BDEF3D6}" srcOrd="2" destOrd="0" presId="urn:microsoft.com/office/officeart/2005/8/layout/vList2"/>
    <dgm:cxn modelId="{A51C897E-7179-0A4F-B8C0-394FB62A9B7E}" type="presParOf" srcId="{5D4A0C64-AF75-4A41-BAB4-7DEBD8B12536}" destId="{B3DBA563-E92E-9C4F-B40D-287A2DE848F5}" srcOrd="3" destOrd="0" presId="urn:microsoft.com/office/officeart/2005/8/layout/vList2"/>
    <dgm:cxn modelId="{67E6CEF2-0801-F24E-AD77-D9B660519739}" type="presParOf" srcId="{5D4A0C64-AF75-4A41-BAB4-7DEBD8B12536}" destId="{0A70B3EF-5C95-794E-98DF-1D81C0352820}" srcOrd="4" destOrd="0" presId="urn:microsoft.com/office/officeart/2005/8/layout/vList2"/>
    <dgm:cxn modelId="{7D310018-E6E8-A448-A245-07BD5D393BA1}" type="presParOf" srcId="{5D4A0C64-AF75-4A41-BAB4-7DEBD8B12536}" destId="{42CE6A36-4635-5A48-AA15-33F806C271A3}" srcOrd="5" destOrd="0" presId="urn:microsoft.com/office/officeart/2005/8/layout/vList2"/>
    <dgm:cxn modelId="{B396F6FF-B245-4642-AC0A-E7E7271FFCF6}" type="presParOf" srcId="{5D4A0C64-AF75-4A41-BAB4-7DEBD8B12536}" destId="{0E87781A-B989-0C4E-8CE6-2C7C064FF73F}" srcOrd="6" destOrd="0" presId="urn:microsoft.com/office/officeart/2005/8/layout/vList2"/>
    <dgm:cxn modelId="{CF6349CA-2DDD-F14F-9C56-8DEEA20339B3}" type="presParOf" srcId="{5D4A0C64-AF75-4A41-BAB4-7DEBD8B12536}" destId="{D63F6689-B391-8547-BB9C-FAB1610AB0AC}" srcOrd="7"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E20DF9A-45E5-4C77-9CD2-8B83C2E7691D}"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CBC0A1AC-CBB7-41CA-B2E6-7A78ED719E16}">
      <dgm:prSet custT="1"/>
      <dgm:spPr/>
      <dgm:t>
        <a:bodyPr/>
        <a:lstStyle/>
        <a:p>
          <a:r>
            <a:rPr lang="en-CA" sz="1900" b="1" dirty="0"/>
            <a:t>Decision support in plain language</a:t>
          </a:r>
          <a:endParaRPr lang="en-US" sz="1900" dirty="0"/>
        </a:p>
      </dgm:t>
    </dgm:pt>
    <dgm:pt modelId="{8DD0A0EB-D7C4-48AB-B11D-6886466D96C8}" type="parTrans" cxnId="{90BA969B-8EB7-4CD5-B9A1-5F76F0299629}">
      <dgm:prSet/>
      <dgm:spPr/>
      <dgm:t>
        <a:bodyPr/>
        <a:lstStyle/>
        <a:p>
          <a:endParaRPr lang="en-US"/>
        </a:p>
      </dgm:t>
    </dgm:pt>
    <dgm:pt modelId="{DF7A43A5-8226-40C6-BBAA-8FC0CCB01086}" type="sibTrans" cxnId="{90BA969B-8EB7-4CD5-B9A1-5F76F0299629}">
      <dgm:prSet/>
      <dgm:spPr/>
      <dgm:t>
        <a:bodyPr/>
        <a:lstStyle/>
        <a:p>
          <a:endParaRPr lang="en-US"/>
        </a:p>
      </dgm:t>
    </dgm:pt>
    <dgm:pt modelId="{2CE81F5D-B4D5-47B5-B29B-6B5EFAD88DF8}">
      <dgm:prSet/>
      <dgm:spPr/>
      <dgm:t>
        <a:bodyPr/>
        <a:lstStyle/>
        <a:p>
          <a:r>
            <a:rPr lang="en-CA"/>
            <a:t>Explains complex genetic and production metrics in farmer‑friendly terms.</a:t>
          </a:r>
          <a:endParaRPr lang="en-US"/>
        </a:p>
      </dgm:t>
    </dgm:pt>
    <dgm:pt modelId="{80144350-E97B-4FD8-8F01-2DDD2616B4E0}" type="parTrans" cxnId="{94ACB860-E68B-48BB-9CAF-2D0995EF56FF}">
      <dgm:prSet/>
      <dgm:spPr/>
      <dgm:t>
        <a:bodyPr/>
        <a:lstStyle/>
        <a:p>
          <a:endParaRPr lang="en-US"/>
        </a:p>
      </dgm:t>
    </dgm:pt>
    <dgm:pt modelId="{5732188E-EB86-4454-BD1D-FC3460285B10}" type="sibTrans" cxnId="{94ACB860-E68B-48BB-9CAF-2D0995EF56FF}">
      <dgm:prSet/>
      <dgm:spPr/>
      <dgm:t>
        <a:bodyPr/>
        <a:lstStyle/>
        <a:p>
          <a:endParaRPr lang="en-US"/>
        </a:p>
      </dgm:t>
    </dgm:pt>
    <dgm:pt modelId="{BBC3BBD5-D1B8-4595-BCFC-789B3A72D883}">
      <dgm:prSet/>
      <dgm:spPr/>
      <dgm:t>
        <a:bodyPr/>
        <a:lstStyle/>
        <a:p>
          <a:r>
            <a:rPr lang="en-CA"/>
            <a:t>Guides breeding, culling, and health decisions with clear “next‑step” suggestions.</a:t>
          </a:r>
          <a:endParaRPr lang="en-US"/>
        </a:p>
      </dgm:t>
    </dgm:pt>
    <dgm:pt modelId="{DE1FCE6D-D5D7-4814-ADCF-C882DED2A352}" type="parTrans" cxnId="{456FA776-23A9-49B3-9D85-51E63A715B4E}">
      <dgm:prSet/>
      <dgm:spPr/>
      <dgm:t>
        <a:bodyPr/>
        <a:lstStyle/>
        <a:p>
          <a:endParaRPr lang="en-US"/>
        </a:p>
      </dgm:t>
    </dgm:pt>
    <dgm:pt modelId="{4FCC4A94-B87E-4772-BA32-0C1BDCA46731}" type="sibTrans" cxnId="{456FA776-23A9-49B3-9D85-51E63A715B4E}">
      <dgm:prSet/>
      <dgm:spPr/>
      <dgm:t>
        <a:bodyPr/>
        <a:lstStyle/>
        <a:p>
          <a:endParaRPr lang="en-US"/>
        </a:p>
      </dgm:t>
    </dgm:pt>
    <dgm:pt modelId="{DA515493-1250-4542-8402-569311D12C6C}">
      <dgm:prSet custT="1"/>
      <dgm:spPr/>
      <dgm:t>
        <a:bodyPr/>
        <a:lstStyle/>
        <a:p>
          <a:r>
            <a:rPr lang="en-CA" sz="1900" b="1" dirty="0"/>
            <a:t>Data &amp; visualization from their own herd</a:t>
          </a:r>
          <a:endParaRPr lang="en-US" sz="1900" dirty="0"/>
        </a:p>
      </dgm:t>
    </dgm:pt>
    <dgm:pt modelId="{F62C83FF-8279-4C27-B952-37B49B349DC6}" type="parTrans" cxnId="{C73A9162-59FF-4463-9B33-AF153673A76F}">
      <dgm:prSet/>
      <dgm:spPr/>
      <dgm:t>
        <a:bodyPr/>
        <a:lstStyle/>
        <a:p>
          <a:endParaRPr lang="en-US"/>
        </a:p>
      </dgm:t>
    </dgm:pt>
    <dgm:pt modelId="{291B5DF8-7B5D-4A02-A794-1BDE5B23010B}" type="sibTrans" cxnId="{C73A9162-59FF-4463-9B33-AF153673A76F}">
      <dgm:prSet/>
      <dgm:spPr/>
      <dgm:t>
        <a:bodyPr/>
        <a:lstStyle/>
        <a:p>
          <a:endParaRPr lang="en-US"/>
        </a:p>
      </dgm:t>
    </dgm:pt>
    <dgm:pt modelId="{39B3ECC3-976E-41D2-A0FE-46B973BD5F53}">
      <dgm:prSet/>
      <dgm:spPr/>
      <dgm:t>
        <a:bodyPr/>
        <a:lstStyle/>
        <a:p>
          <a:r>
            <a:rPr lang="en-CA"/>
            <a:t>Turns raw records into charts: milk yield, growth, fertility, culls, disease events.</a:t>
          </a:r>
          <a:endParaRPr lang="en-US"/>
        </a:p>
      </dgm:t>
    </dgm:pt>
    <dgm:pt modelId="{4BBAD1E0-753A-4724-A13C-F0DA2EE0A8AA}" type="parTrans" cxnId="{3FBEE844-C1ED-4893-85A1-AF097222E885}">
      <dgm:prSet/>
      <dgm:spPr/>
      <dgm:t>
        <a:bodyPr/>
        <a:lstStyle/>
        <a:p>
          <a:endParaRPr lang="en-US"/>
        </a:p>
      </dgm:t>
    </dgm:pt>
    <dgm:pt modelId="{7655C095-99EC-40AB-AE02-D479B1F36945}" type="sibTrans" cxnId="{3FBEE844-C1ED-4893-85A1-AF097222E885}">
      <dgm:prSet/>
      <dgm:spPr/>
      <dgm:t>
        <a:bodyPr/>
        <a:lstStyle/>
        <a:p>
          <a:endParaRPr lang="en-US"/>
        </a:p>
      </dgm:t>
    </dgm:pt>
    <dgm:pt modelId="{F4B09A42-74EE-47D7-889A-E180722B8587}">
      <dgm:prSet/>
      <dgm:spPr/>
      <dgm:t>
        <a:bodyPr/>
        <a:lstStyle/>
        <a:p>
          <a:r>
            <a:rPr lang="en-CA"/>
            <a:t>Highlights outliers and risk animals instead of just listing numbers.</a:t>
          </a:r>
          <a:endParaRPr lang="en-US"/>
        </a:p>
      </dgm:t>
    </dgm:pt>
    <dgm:pt modelId="{88845DC5-A1EE-41D3-9580-D3C48606CA15}" type="parTrans" cxnId="{45F7F8C7-69FA-4590-9A3A-6B3649BBA787}">
      <dgm:prSet/>
      <dgm:spPr/>
      <dgm:t>
        <a:bodyPr/>
        <a:lstStyle/>
        <a:p>
          <a:endParaRPr lang="en-US"/>
        </a:p>
      </dgm:t>
    </dgm:pt>
    <dgm:pt modelId="{6364CA1D-1B5D-43F9-87D9-CE51BDCCF281}" type="sibTrans" cxnId="{45F7F8C7-69FA-4590-9A3A-6B3649BBA787}">
      <dgm:prSet/>
      <dgm:spPr/>
      <dgm:t>
        <a:bodyPr/>
        <a:lstStyle/>
        <a:p>
          <a:endParaRPr lang="en-US"/>
        </a:p>
      </dgm:t>
    </dgm:pt>
    <dgm:pt modelId="{753E5298-2F5A-4FA0-A555-E38FA9D139D0}">
      <dgm:prSet custT="1"/>
      <dgm:spPr/>
      <dgm:t>
        <a:bodyPr/>
        <a:lstStyle/>
        <a:p>
          <a:r>
            <a:rPr lang="en-CA" sz="1900" b="1" dirty="0"/>
            <a:t>Examples of “hard” questions Emilia can handle</a:t>
          </a:r>
          <a:endParaRPr lang="en-US" sz="1900" dirty="0"/>
        </a:p>
      </dgm:t>
    </dgm:pt>
    <dgm:pt modelId="{0699F8BD-E90E-43E2-8218-068DE5C75A91}" type="parTrans" cxnId="{2B0B4E84-C20A-40A3-B1FD-EEAFF698E979}">
      <dgm:prSet/>
      <dgm:spPr/>
      <dgm:t>
        <a:bodyPr/>
        <a:lstStyle/>
        <a:p>
          <a:endParaRPr lang="en-US"/>
        </a:p>
      </dgm:t>
    </dgm:pt>
    <dgm:pt modelId="{1BAF03B8-18CB-4933-B60E-F7BEC69254AA}" type="sibTrans" cxnId="{2B0B4E84-C20A-40A3-B1FD-EEAFF698E979}">
      <dgm:prSet/>
      <dgm:spPr/>
      <dgm:t>
        <a:bodyPr/>
        <a:lstStyle/>
        <a:p>
          <a:endParaRPr lang="en-US"/>
        </a:p>
      </dgm:t>
    </dgm:pt>
    <dgm:pt modelId="{FA26C894-E15E-453A-932B-81582BDE7D44}">
      <dgm:prSet/>
      <dgm:spPr/>
      <dgm:t>
        <a:bodyPr/>
        <a:lstStyle/>
        <a:p>
          <a:r>
            <a:rPr lang="en-CA"/>
            <a:t>“Show me a simple graph of test‑day milk weight for each cow over the last 6 months and highlight any animals below herd average.”</a:t>
          </a:r>
          <a:endParaRPr lang="en-US"/>
        </a:p>
      </dgm:t>
    </dgm:pt>
    <dgm:pt modelId="{BE04A8B5-53AD-4B09-9B57-A1275BFCE3AA}" type="parTrans" cxnId="{0DBAD3DE-995A-4EF1-95B7-651E1701C2A9}">
      <dgm:prSet/>
      <dgm:spPr/>
      <dgm:t>
        <a:bodyPr/>
        <a:lstStyle/>
        <a:p>
          <a:endParaRPr lang="en-US"/>
        </a:p>
      </dgm:t>
    </dgm:pt>
    <dgm:pt modelId="{833B9740-ED56-4F48-88A1-0102FBEA8A82}" type="sibTrans" cxnId="{0DBAD3DE-995A-4EF1-95B7-651E1701C2A9}">
      <dgm:prSet/>
      <dgm:spPr/>
      <dgm:t>
        <a:bodyPr/>
        <a:lstStyle/>
        <a:p>
          <a:endParaRPr lang="en-US"/>
        </a:p>
      </dgm:t>
    </dgm:pt>
    <dgm:pt modelId="{9D576A90-5B42-4E11-B7DC-F6B572160E30}">
      <dgm:prSet/>
      <dgm:spPr/>
      <dgm:t>
        <a:bodyPr/>
        <a:lstStyle/>
        <a:p>
          <a:r>
            <a:rPr lang="en-CA"/>
            <a:t>“Based on my herd and current proofs, which sires are best for improving fertility in these heifers?”</a:t>
          </a:r>
          <a:endParaRPr lang="en-US"/>
        </a:p>
      </dgm:t>
    </dgm:pt>
    <dgm:pt modelId="{01160A6F-C1B2-43C1-B223-7225AFFC9D0C}" type="parTrans" cxnId="{EE7FCC01-31FB-47CE-9A70-0BBCAED1CD43}">
      <dgm:prSet/>
      <dgm:spPr/>
      <dgm:t>
        <a:bodyPr/>
        <a:lstStyle/>
        <a:p>
          <a:endParaRPr lang="en-US"/>
        </a:p>
      </dgm:t>
    </dgm:pt>
    <dgm:pt modelId="{FBFFA47F-81BE-4196-9B3B-13F72FCDA218}" type="sibTrans" cxnId="{EE7FCC01-31FB-47CE-9A70-0BBCAED1CD43}">
      <dgm:prSet/>
      <dgm:spPr/>
      <dgm:t>
        <a:bodyPr/>
        <a:lstStyle/>
        <a:p>
          <a:endParaRPr lang="en-US"/>
        </a:p>
      </dgm:t>
    </dgm:pt>
    <dgm:pt modelId="{8781ACC1-D1E8-4FEF-9041-C0F5EF34D101}">
      <dgm:prSet/>
      <dgm:spPr/>
      <dgm:t>
        <a:bodyPr/>
        <a:lstStyle/>
        <a:p>
          <a:r>
            <a:rPr lang="en-CA" dirty="0"/>
            <a:t>“Given this health and insemination history, when is the best window for artificial insemination for animal X?”</a:t>
          </a:r>
          <a:endParaRPr lang="en-US" dirty="0"/>
        </a:p>
      </dgm:t>
    </dgm:pt>
    <dgm:pt modelId="{656E21F2-2D05-4C10-82C8-045D83115700}" type="parTrans" cxnId="{994C6039-8B33-413C-B31F-B75E45589C27}">
      <dgm:prSet/>
      <dgm:spPr/>
      <dgm:t>
        <a:bodyPr/>
        <a:lstStyle/>
        <a:p>
          <a:endParaRPr lang="en-US"/>
        </a:p>
      </dgm:t>
    </dgm:pt>
    <dgm:pt modelId="{DB0EA236-D897-4C83-8027-7CC2FBEE3A00}" type="sibTrans" cxnId="{994C6039-8B33-413C-B31F-B75E45589C27}">
      <dgm:prSet/>
      <dgm:spPr/>
      <dgm:t>
        <a:bodyPr/>
        <a:lstStyle/>
        <a:p>
          <a:endParaRPr lang="en-US"/>
        </a:p>
      </dgm:t>
    </dgm:pt>
    <dgm:pt modelId="{9040B903-CDCE-4546-A795-38E4946455A7}">
      <dgm:prSet/>
      <dgm:spPr/>
      <dgm:t>
        <a:bodyPr/>
        <a:lstStyle/>
        <a:p>
          <a:r>
            <a:rPr lang="en-CA"/>
            <a:t>“Compare performance of animals on pasture vs TMR in my farm and show it as a chart.”</a:t>
          </a:r>
          <a:endParaRPr lang="en-US"/>
        </a:p>
      </dgm:t>
    </dgm:pt>
    <dgm:pt modelId="{BC30FA9B-9F61-4ED7-8C71-C722EE5F6673}" type="parTrans" cxnId="{B59BA860-9638-4C38-9F82-9371F9877EC2}">
      <dgm:prSet/>
      <dgm:spPr/>
      <dgm:t>
        <a:bodyPr/>
        <a:lstStyle/>
        <a:p>
          <a:endParaRPr lang="en-US"/>
        </a:p>
      </dgm:t>
    </dgm:pt>
    <dgm:pt modelId="{0E8E0A6F-4AEE-44EF-8380-38FCEE0D7F92}" type="sibTrans" cxnId="{B59BA860-9638-4C38-9F82-9371F9877EC2}">
      <dgm:prSet/>
      <dgm:spPr/>
      <dgm:t>
        <a:bodyPr/>
        <a:lstStyle/>
        <a:p>
          <a:endParaRPr lang="en-US"/>
        </a:p>
      </dgm:t>
    </dgm:pt>
    <dgm:pt modelId="{DF1DC2EA-A2F4-104E-B9F2-73446DFCFA6A}" type="pres">
      <dgm:prSet presAssocID="{9E20DF9A-45E5-4C77-9CD2-8B83C2E7691D}" presName="linear" presStyleCnt="0">
        <dgm:presLayoutVars>
          <dgm:animLvl val="lvl"/>
          <dgm:resizeHandles val="exact"/>
        </dgm:presLayoutVars>
      </dgm:prSet>
      <dgm:spPr/>
    </dgm:pt>
    <dgm:pt modelId="{ADF64EE2-7A08-384B-A0A9-7538C181CDD1}" type="pres">
      <dgm:prSet presAssocID="{CBC0A1AC-CBB7-41CA-B2E6-7A78ED719E16}" presName="parentText" presStyleLbl="node1" presStyleIdx="0" presStyleCnt="3">
        <dgm:presLayoutVars>
          <dgm:chMax val="0"/>
          <dgm:bulletEnabled val="1"/>
        </dgm:presLayoutVars>
      </dgm:prSet>
      <dgm:spPr/>
    </dgm:pt>
    <dgm:pt modelId="{D6ACF662-61F6-0E4A-AB8A-BF0E13E03A55}" type="pres">
      <dgm:prSet presAssocID="{CBC0A1AC-CBB7-41CA-B2E6-7A78ED719E16}" presName="childText" presStyleLbl="revTx" presStyleIdx="0" presStyleCnt="3">
        <dgm:presLayoutVars>
          <dgm:bulletEnabled val="1"/>
        </dgm:presLayoutVars>
      </dgm:prSet>
      <dgm:spPr/>
    </dgm:pt>
    <dgm:pt modelId="{E04253CC-B973-7046-9FE7-9CB0F94D6855}" type="pres">
      <dgm:prSet presAssocID="{DA515493-1250-4542-8402-569311D12C6C}" presName="parentText" presStyleLbl="node1" presStyleIdx="1" presStyleCnt="3">
        <dgm:presLayoutVars>
          <dgm:chMax val="0"/>
          <dgm:bulletEnabled val="1"/>
        </dgm:presLayoutVars>
      </dgm:prSet>
      <dgm:spPr/>
    </dgm:pt>
    <dgm:pt modelId="{57253AA3-B1AF-714A-AD8C-A7181B6FD9FF}" type="pres">
      <dgm:prSet presAssocID="{DA515493-1250-4542-8402-569311D12C6C}" presName="childText" presStyleLbl="revTx" presStyleIdx="1" presStyleCnt="3">
        <dgm:presLayoutVars>
          <dgm:bulletEnabled val="1"/>
        </dgm:presLayoutVars>
      </dgm:prSet>
      <dgm:spPr/>
    </dgm:pt>
    <dgm:pt modelId="{F2C4F390-DAC8-5C4F-B9E9-E44EA94901FF}" type="pres">
      <dgm:prSet presAssocID="{753E5298-2F5A-4FA0-A555-E38FA9D139D0}" presName="parentText" presStyleLbl="node1" presStyleIdx="2" presStyleCnt="3">
        <dgm:presLayoutVars>
          <dgm:chMax val="0"/>
          <dgm:bulletEnabled val="1"/>
        </dgm:presLayoutVars>
      </dgm:prSet>
      <dgm:spPr/>
    </dgm:pt>
    <dgm:pt modelId="{2C79B41E-9D95-704E-A376-D0BE19ECADDF}" type="pres">
      <dgm:prSet presAssocID="{753E5298-2F5A-4FA0-A555-E38FA9D139D0}" presName="childText" presStyleLbl="revTx" presStyleIdx="2" presStyleCnt="3">
        <dgm:presLayoutVars>
          <dgm:bulletEnabled val="1"/>
        </dgm:presLayoutVars>
      </dgm:prSet>
      <dgm:spPr/>
    </dgm:pt>
  </dgm:ptLst>
  <dgm:cxnLst>
    <dgm:cxn modelId="{EE7FCC01-31FB-47CE-9A70-0BBCAED1CD43}" srcId="{753E5298-2F5A-4FA0-A555-E38FA9D139D0}" destId="{9D576A90-5B42-4E11-B7DC-F6B572160E30}" srcOrd="1" destOrd="0" parTransId="{01160A6F-C1B2-43C1-B223-7225AFFC9D0C}" sibTransId="{FBFFA47F-81BE-4196-9B3B-13F72FCDA218}"/>
    <dgm:cxn modelId="{209A3105-BACC-A34F-B083-3B0D6E0A73D0}" type="presOf" srcId="{753E5298-2F5A-4FA0-A555-E38FA9D139D0}" destId="{F2C4F390-DAC8-5C4F-B9E9-E44EA94901FF}" srcOrd="0" destOrd="0" presId="urn:microsoft.com/office/officeart/2005/8/layout/vList2"/>
    <dgm:cxn modelId="{7F342617-0ADC-7242-BDCA-F03083942E76}" type="presOf" srcId="{CBC0A1AC-CBB7-41CA-B2E6-7A78ED719E16}" destId="{ADF64EE2-7A08-384B-A0A9-7538C181CDD1}" srcOrd="0" destOrd="0" presId="urn:microsoft.com/office/officeart/2005/8/layout/vList2"/>
    <dgm:cxn modelId="{C7603525-9D48-BA40-BC68-808169CECA2D}" type="presOf" srcId="{9D576A90-5B42-4E11-B7DC-F6B572160E30}" destId="{2C79B41E-9D95-704E-A376-D0BE19ECADDF}" srcOrd="0" destOrd="1" presId="urn:microsoft.com/office/officeart/2005/8/layout/vList2"/>
    <dgm:cxn modelId="{8E984935-8510-FD47-AF40-7EC4CBC6EE3A}" type="presOf" srcId="{F4B09A42-74EE-47D7-889A-E180722B8587}" destId="{57253AA3-B1AF-714A-AD8C-A7181B6FD9FF}" srcOrd="0" destOrd="1" presId="urn:microsoft.com/office/officeart/2005/8/layout/vList2"/>
    <dgm:cxn modelId="{994C6039-8B33-413C-B31F-B75E45589C27}" srcId="{753E5298-2F5A-4FA0-A555-E38FA9D139D0}" destId="{8781ACC1-D1E8-4FEF-9041-C0F5EF34D101}" srcOrd="2" destOrd="0" parTransId="{656E21F2-2D05-4C10-82C8-045D83115700}" sibTransId="{DB0EA236-D897-4C83-8027-7CC2FBEE3A00}"/>
    <dgm:cxn modelId="{3FBEE844-C1ED-4893-85A1-AF097222E885}" srcId="{DA515493-1250-4542-8402-569311D12C6C}" destId="{39B3ECC3-976E-41D2-A0FE-46B973BD5F53}" srcOrd="0" destOrd="0" parTransId="{4BBAD1E0-753A-4724-A13C-F0DA2EE0A8AA}" sibTransId="{7655C095-99EC-40AB-AE02-D479B1F36945}"/>
    <dgm:cxn modelId="{CA8B0657-38FF-F242-82CF-071E0B92A567}" type="presOf" srcId="{BBC3BBD5-D1B8-4595-BCFC-789B3A72D883}" destId="{D6ACF662-61F6-0E4A-AB8A-BF0E13E03A55}" srcOrd="0" destOrd="1" presId="urn:microsoft.com/office/officeart/2005/8/layout/vList2"/>
    <dgm:cxn modelId="{4B021459-4CF9-DC44-876E-8BDC6E977FF0}" type="presOf" srcId="{DA515493-1250-4542-8402-569311D12C6C}" destId="{E04253CC-B973-7046-9FE7-9CB0F94D6855}" srcOrd="0" destOrd="0" presId="urn:microsoft.com/office/officeart/2005/8/layout/vList2"/>
    <dgm:cxn modelId="{B59BA860-9638-4C38-9F82-9371F9877EC2}" srcId="{753E5298-2F5A-4FA0-A555-E38FA9D139D0}" destId="{9040B903-CDCE-4546-A795-38E4946455A7}" srcOrd="3" destOrd="0" parTransId="{BC30FA9B-9F61-4ED7-8C71-C722EE5F6673}" sibTransId="{0E8E0A6F-4AEE-44EF-8380-38FCEE0D7F92}"/>
    <dgm:cxn modelId="{94ACB860-E68B-48BB-9CAF-2D0995EF56FF}" srcId="{CBC0A1AC-CBB7-41CA-B2E6-7A78ED719E16}" destId="{2CE81F5D-B4D5-47B5-B29B-6B5EFAD88DF8}" srcOrd="0" destOrd="0" parTransId="{80144350-E97B-4FD8-8F01-2DDD2616B4E0}" sibTransId="{5732188E-EB86-4454-BD1D-FC3460285B10}"/>
    <dgm:cxn modelId="{C73A9162-59FF-4463-9B33-AF153673A76F}" srcId="{9E20DF9A-45E5-4C77-9CD2-8B83C2E7691D}" destId="{DA515493-1250-4542-8402-569311D12C6C}" srcOrd="1" destOrd="0" parTransId="{F62C83FF-8279-4C27-B952-37B49B349DC6}" sibTransId="{291B5DF8-7B5D-4A02-A794-1BDE5B23010B}"/>
    <dgm:cxn modelId="{456FA776-23A9-49B3-9D85-51E63A715B4E}" srcId="{CBC0A1AC-CBB7-41CA-B2E6-7A78ED719E16}" destId="{BBC3BBD5-D1B8-4595-BCFC-789B3A72D883}" srcOrd="1" destOrd="0" parTransId="{DE1FCE6D-D5D7-4814-ADCF-C882DED2A352}" sibTransId="{4FCC4A94-B87E-4772-BA32-0C1BDCA46731}"/>
    <dgm:cxn modelId="{2B0B4E84-C20A-40A3-B1FD-EEAFF698E979}" srcId="{9E20DF9A-45E5-4C77-9CD2-8B83C2E7691D}" destId="{753E5298-2F5A-4FA0-A555-E38FA9D139D0}" srcOrd="2" destOrd="0" parTransId="{0699F8BD-E90E-43E2-8218-068DE5C75A91}" sibTransId="{1BAF03B8-18CB-4933-B60E-F7BEC69254AA}"/>
    <dgm:cxn modelId="{D11EAD96-C6C5-6547-96B7-5C8D8292276B}" type="presOf" srcId="{39B3ECC3-976E-41D2-A0FE-46B973BD5F53}" destId="{57253AA3-B1AF-714A-AD8C-A7181B6FD9FF}" srcOrd="0" destOrd="0" presId="urn:microsoft.com/office/officeart/2005/8/layout/vList2"/>
    <dgm:cxn modelId="{90BA969B-8EB7-4CD5-B9A1-5F76F0299629}" srcId="{9E20DF9A-45E5-4C77-9CD2-8B83C2E7691D}" destId="{CBC0A1AC-CBB7-41CA-B2E6-7A78ED719E16}" srcOrd="0" destOrd="0" parTransId="{8DD0A0EB-D7C4-48AB-B11D-6886466D96C8}" sibTransId="{DF7A43A5-8226-40C6-BBAA-8FC0CCB01086}"/>
    <dgm:cxn modelId="{4380879F-88CB-9A40-90E0-5DF617EE5604}" type="presOf" srcId="{FA26C894-E15E-453A-932B-81582BDE7D44}" destId="{2C79B41E-9D95-704E-A376-D0BE19ECADDF}" srcOrd="0" destOrd="0" presId="urn:microsoft.com/office/officeart/2005/8/layout/vList2"/>
    <dgm:cxn modelId="{BAB18DB3-3AA7-7747-8168-E1CD3BDF77A2}" type="presOf" srcId="{9040B903-CDCE-4546-A795-38E4946455A7}" destId="{2C79B41E-9D95-704E-A376-D0BE19ECADDF}" srcOrd="0" destOrd="3" presId="urn:microsoft.com/office/officeart/2005/8/layout/vList2"/>
    <dgm:cxn modelId="{45F7F8C7-69FA-4590-9A3A-6B3649BBA787}" srcId="{DA515493-1250-4542-8402-569311D12C6C}" destId="{F4B09A42-74EE-47D7-889A-E180722B8587}" srcOrd="1" destOrd="0" parTransId="{88845DC5-A1EE-41D3-9580-D3C48606CA15}" sibTransId="{6364CA1D-1B5D-43F9-87D9-CE51BDCCF281}"/>
    <dgm:cxn modelId="{7AC6ABDE-69AF-A749-B8D7-5FEE9CE61157}" type="presOf" srcId="{9E20DF9A-45E5-4C77-9CD2-8B83C2E7691D}" destId="{DF1DC2EA-A2F4-104E-B9F2-73446DFCFA6A}" srcOrd="0" destOrd="0" presId="urn:microsoft.com/office/officeart/2005/8/layout/vList2"/>
    <dgm:cxn modelId="{0DBAD3DE-995A-4EF1-95B7-651E1701C2A9}" srcId="{753E5298-2F5A-4FA0-A555-E38FA9D139D0}" destId="{FA26C894-E15E-453A-932B-81582BDE7D44}" srcOrd="0" destOrd="0" parTransId="{BE04A8B5-53AD-4B09-9B57-A1275BFCE3AA}" sibTransId="{833B9740-ED56-4F48-88A1-0102FBEA8A82}"/>
    <dgm:cxn modelId="{B6239BE9-4978-0740-AEB2-9F7E82BD14F8}" type="presOf" srcId="{8781ACC1-D1E8-4FEF-9041-C0F5EF34D101}" destId="{2C79B41E-9D95-704E-A376-D0BE19ECADDF}" srcOrd="0" destOrd="2" presId="urn:microsoft.com/office/officeart/2005/8/layout/vList2"/>
    <dgm:cxn modelId="{2BAD24EF-C5FB-5B42-8526-EFD7B0D5B384}" type="presOf" srcId="{2CE81F5D-B4D5-47B5-B29B-6B5EFAD88DF8}" destId="{D6ACF662-61F6-0E4A-AB8A-BF0E13E03A55}" srcOrd="0" destOrd="0" presId="urn:microsoft.com/office/officeart/2005/8/layout/vList2"/>
    <dgm:cxn modelId="{2F5C9C2C-4EBD-D044-BE9C-51A099669BCE}" type="presParOf" srcId="{DF1DC2EA-A2F4-104E-B9F2-73446DFCFA6A}" destId="{ADF64EE2-7A08-384B-A0A9-7538C181CDD1}" srcOrd="0" destOrd="0" presId="urn:microsoft.com/office/officeart/2005/8/layout/vList2"/>
    <dgm:cxn modelId="{D2806305-0081-5B44-AB70-2BE5E4943D20}" type="presParOf" srcId="{DF1DC2EA-A2F4-104E-B9F2-73446DFCFA6A}" destId="{D6ACF662-61F6-0E4A-AB8A-BF0E13E03A55}" srcOrd="1" destOrd="0" presId="urn:microsoft.com/office/officeart/2005/8/layout/vList2"/>
    <dgm:cxn modelId="{F9913BED-EF04-5F48-9F57-B1B3125B01F2}" type="presParOf" srcId="{DF1DC2EA-A2F4-104E-B9F2-73446DFCFA6A}" destId="{E04253CC-B973-7046-9FE7-9CB0F94D6855}" srcOrd="2" destOrd="0" presId="urn:microsoft.com/office/officeart/2005/8/layout/vList2"/>
    <dgm:cxn modelId="{4760DABD-A915-A845-A005-2F810057DA15}" type="presParOf" srcId="{DF1DC2EA-A2F4-104E-B9F2-73446DFCFA6A}" destId="{57253AA3-B1AF-714A-AD8C-A7181B6FD9FF}" srcOrd="3" destOrd="0" presId="urn:microsoft.com/office/officeart/2005/8/layout/vList2"/>
    <dgm:cxn modelId="{3FA83BA8-B400-4D45-8570-C43C0307DD57}" type="presParOf" srcId="{DF1DC2EA-A2F4-104E-B9F2-73446DFCFA6A}" destId="{F2C4F390-DAC8-5C4F-B9E9-E44EA94901FF}" srcOrd="4" destOrd="0" presId="urn:microsoft.com/office/officeart/2005/8/layout/vList2"/>
    <dgm:cxn modelId="{743C3C0F-C488-B743-B299-16EB64B380E4}" type="presParOf" srcId="{DF1DC2EA-A2F4-104E-B9F2-73446DFCFA6A}" destId="{2C79B41E-9D95-704E-A376-D0BE19ECADDF}"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FF04F69-FFA5-4DE8-8267-49F575F0DE60}"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14F0175A-E273-4F84-83CB-2B58D27B6D78}">
      <dgm:prSet/>
      <dgm:spPr/>
      <dgm:t>
        <a:bodyPr/>
        <a:lstStyle/>
        <a:p>
          <a:r>
            <a:rPr lang="en-CA" b="1" dirty="0"/>
            <a:t>Faster analysis on internal genetic data</a:t>
          </a:r>
          <a:endParaRPr lang="en-US" dirty="0"/>
        </a:p>
      </dgm:t>
    </dgm:pt>
    <dgm:pt modelId="{6FD63AA4-F426-4E78-9420-CA00349C6B1D}" type="parTrans" cxnId="{802F6536-5346-4072-80A7-8B464FFD372B}">
      <dgm:prSet/>
      <dgm:spPr/>
      <dgm:t>
        <a:bodyPr/>
        <a:lstStyle/>
        <a:p>
          <a:endParaRPr lang="en-US"/>
        </a:p>
      </dgm:t>
    </dgm:pt>
    <dgm:pt modelId="{F4393F0B-D610-495C-8E1F-C95D92F295A1}" type="sibTrans" cxnId="{802F6536-5346-4072-80A7-8B464FFD372B}">
      <dgm:prSet/>
      <dgm:spPr/>
      <dgm:t>
        <a:bodyPr/>
        <a:lstStyle/>
        <a:p>
          <a:endParaRPr lang="en-US"/>
        </a:p>
      </dgm:t>
    </dgm:pt>
    <dgm:pt modelId="{C7190710-278B-4A3E-A508-9561C164D741}">
      <dgm:prSet/>
      <dgm:spPr/>
      <dgm:t>
        <a:bodyPr/>
        <a:lstStyle/>
        <a:p>
          <a:r>
            <a:rPr lang="en-CA" dirty="0"/>
            <a:t>Natural‑language access to complex schemas (traits, SNPs, proofs, trials).</a:t>
          </a:r>
          <a:endParaRPr lang="en-US" dirty="0"/>
        </a:p>
      </dgm:t>
    </dgm:pt>
    <dgm:pt modelId="{3A426A2E-59EF-4FB7-A4BB-799A368B9394}" type="parTrans" cxnId="{02BD895D-6986-49DC-86D0-C3C4AFA6BA87}">
      <dgm:prSet/>
      <dgm:spPr/>
      <dgm:t>
        <a:bodyPr/>
        <a:lstStyle/>
        <a:p>
          <a:endParaRPr lang="en-US"/>
        </a:p>
      </dgm:t>
    </dgm:pt>
    <dgm:pt modelId="{5A5DEB8A-73F3-4E09-9A4B-4B30A7890A2A}" type="sibTrans" cxnId="{02BD895D-6986-49DC-86D0-C3C4AFA6BA87}">
      <dgm:prSet/>
      <dgm:spPr/>
      <dgm:t>
        <a:bodyPr/>
        <a:lstStyle/>
        <a:p>
          <a:endParaRPr lang="en-US"/>
        </a:p>
      </dgm:t>
    </dgm:pt>
    <dgm:pt modelId="{3E37AD06-BACF-4B0B-9B17-ED094C1A3F3B}">
      <dgm:prSet/>
      <dgm:spPr/>
      <dgm:t>
        <a:bodyPr/>
        <a:lstStyle/>
        <a:p>
          <a:r>
            <a:rPr lang="en-CA" dirty="0"/>
            <a:t>Auto‑generated tables and charts: PCA, Manhattan plots, distributions, time series.</a:t>
          </a:r>
          <a:endParaRPr lang="en-US" dirty="0"/>
        </a:p>
      </dgm:t>
    </dgm:pt>
    <dgm:pt modelId="{FAF3CD02-6167-48BE-8048-4973D9FE334D}" type="parTrans" cxnId="{F1A19A52-3FBB-4E72-98E3-CAF7E90E4C90}">
      <dgm:prSet/>
      <dgm:spPr/>
      <dgm:t>
        <a:bodyPr/>
        <a:lstStyle/>
        <a:p>
          <a:endParaRPr lang="en-US"/>
        </a:p>
      </dgm:t>
    </dgm:pt>
    <dgm:pt modelId="{B800E312-ADA9-4AAB-91B1-BCDD1EEEEBD4}" type="sibTrans" cxnId="{F1A19A52-3FBB-4E72-98E3-CAF7E90E4C90}">
      <dgm:prSet/>
      <dgm:spPr/>
      <dgm:t>
        <a:bodyPr/>
        <a:lstStyle/>
        <a:p>
          <a:endParaRPr lang="en-US"/>
        </a:p>
      </dgm:t>
    </dgm:pt>
    <dgm:pt modelId="{698BCB43-FFA1-4213-B089-E72B86529744}">
      <dgm:prSet/>
      <dgm:spPr/>
      <dgm:t>
        <a:bodyPr/>
        <a:lstStyle/>
        <a:p>
          <a:r>
            <a:rPr lang="en-CA" b="1" dirty="0"/>
            <a:t>Context‑aware literature &amp; RAG</a:t>
          </a:r>
          <a:endParaRPr lang="en-US" dirty="0"/>
        </a:p>
      </dgm:t>
    </dgm:pt>
    <dgm:pt modelId="{7FADC818-56C8-40F0-B9BA-5700886B1151}" type="parTrans" cxnId="{D6A26F2A-8BED-46CF-A068-D3ADE380F5A8}">
      <dgm:prSet/>
      <dgm:spPr/>
      <dgm:t>
        <a:bodyPr/>
        <a:lstStyle/>
        <a:p>
          <a:endParaRPr lang="en-US"/>
        </a:p>
      </dgm:t>
    </dgm:pt>
    <dgm:pt modelId="{F0FD6942-92E6-42B9-ACE2-E75AF0387F2B}" type="sibTrans" cxnId="{D6A26F2A-8BED-46CF-A068-D3ADE380F5A8}">
      <dgm:prSet/>
      <dgm:spPr/>
      <dgm:t>
        <a:bodyPr/>
        <a:lstStyle/>
        <a:p>
          <a:endParaRPr lang="en-US"/>
        </a:p>
      </dgm:t>
    </dgm:pt>
    <dgm:pt modelId="{51F3321B-1D4E-41C5-B60B-FAC2429D2C99}">
      <dgm:prSet/>
      <dgm:spPr/>
      <dgm:t>
        <a:bodyPr/>
        <a:lstStyle/>
        <a:p>
          <a:r>
            <a:rPr lang="en-CA"/>
            <a:t>Hybrid RAG over Chroma + real‑time journal APIs (PubMed, OpenAlex, Nature, etc.).</a:t>
          </a:r>
          <a:endParaRPr lang="en-US"/>
        </a:p>
      </dgm:t>
    </dgm:pt>
    <dgm:pt modelId="{0DAA826A-8C03-439C-A7E0-E0716E02750E}" type="parTrans" cxnId="{3E780261-E6F3-4BD3-8E09-B9090A1B3CC8}">
      <dgm:prSet/>
      <dgm:spPr/>
      <dgm:t>
        <a:bodyPr/>
        <a:lstStyle/>
        <a:p>
          <a:endParaRPr lang="en-US"/>
        </a:p>
      </dgm:t>
    </dgm:pt>
    <dgm:pt modelId="{B4EB4CAA-5C17-4650-ACBD-C6DF95AD4912}" type="sibTrans" cxnId="{3E780261-E6F3-4BD3-8E09-B9090A1B3CC8}">
      <dgm:prSet/>
      <dgm:spPr/>
      <dgm:t>
        <a:bodyPr/>
        <a:lstStyle/>
        <a:p>
          <a:endParaRPr lang="en-US"/>
        </a:p>
      </dgm:t>
    </dgm:pt>
    <dgm:pt modelId="{F6C9AD26-081E-4EAE-8AEF-6C87A7C4376E}">
      <dgm:prSet/>
      <dgm:spPr/>
      <dgm:t>
        <a:bodyPr/>
        <a:lstStyle/>
        <a:p>
          <a:r>
            <a:rPr lang="en-CA"/>
            <a:t>Merges internal results with external papers in one coherent answer.</a:t>
          </a:r>
          <a:endParaRPr lang="en-US"/>
        </a:p>
      </dgm:t>
    </dgm:pt>
    <dgm:pt modelId="{9FA35076-1678-4BEC-A670-3B155272CF94}" type="parTrans" cxnId="{27BFA11E-1C51-4274-A985-1E4B836AE568}">
      <dgm:prSet/>
      <dgm:spPr/>
      <dgm:t>
        <a:bodyPr/>
        <a:lstStyle/>
        <a:p>
          <a:endParaRPr lang="en-US"/>
        </a:p>
      </dgm:t>
    </dgm:pt>
    <dgm:pt modelId="{3EC0FA13-36DD-4E22-A364-8E6AB798A079}" type="sibTrans" cxnId="{27BFA11E-1C51-4274-A985-1E4B836AE568}">
      <dgm:prSet/>
      <dgm:spPr/>
      <dgm:t>
        <a:bodyPr/>
        <a:lstStyle/>
        <a:p>
          <a:endParaRPr lang="en-US"/>
        </a:p>
      </dgm:t>
    </dgm:pt>
    <dgm:pt modelId="{97706E55-CBAB-487F-988F-F097B399EF47}">
      <dgm:prSet/>
      <dgm:spPr/>
      <dgm:t>
        <a:bodyPr/>
        <a:lstStyle/>
        <a:p>
          <a:r>
            <a:rPr lang="en-CA" b="1" dirty="0"/>
            <a:t>Examples of “hard” questions Emilia can handle</a:t>
          </a:r>
          <a:endParaRPr lang="en-US" dirty="0"/>
        </a:p>
      </dgm:t>
    </dgm:pt>
    <dgm:pt modelId="{A134FC3E-9084-438C-A885-7FAE380D2138}" type="parTrans" cxnId="{1A5E4116-A0E1-4A53-8F3A-603B2AFED483}">
      <dgm:prSet/>
      <dgm:spPr/>
      <dgm:t>
        <a:bodyPr/>
        <a:lstStyle/>
        <a:p>
          <a:endParaRPr lang="en-US"/>
        </a:p>
      </dgm:t>
    </dgm:pt>
    <dgm:pt modelId="{1C675ACA-66B9-43DC-8479-DF95DEA36423}" type="sibTrans" cxnId="{1A5E4116-A0E1-4A53-8F3A-603B2AFED483}">
      <dgm:prSet/>
      <dgm:spPr/>
      <dgm:t>
        <a:bodyPr/>
        <a:lstStyle/>
        <a:p>
          <a:endParaRPr lang="en-US"/>
        </a:p>
      </dgm:t>
    </dgm:pt>
    <dgm:pt modelId="{5C7F3E4F-C026-431D-8523-F0425F057F42}">
      <dgm:prSet/>
      <dgm:spPr/>
      <dgm:t>
        <a:bodyPr/>
        <a:lstStyle/>
        <a:p>
          <a:r>
            <a:rPr lang="en-CA"/>
            <a:t>“Run a PCA on growth and carcass traits for this cohort and show me clusters by breed, with a scatter plot.”</a:t>
          </a:r>
          <a:endParaRPr lang="en-US"/>
        </a:p>
      </dgm:t>
    </dgm:pt>
    <dgm:pt modelId="{5EF7DE1D-A212-4B24-A0AE-00A1B06F0877}" type="parTrans" cxnId="{5D9485F1-1D29-4AB7-8512-1C3D2E392C10}">
      <dgm:prSet/>
      <dgm:spPr/>
      <dgm:t>
        <a:bodyPr/>
        <a:lstStyle/>
        <a:p>
          <a:endParaRPr lang="en-US"/>
        </a:p>
      </dgm:t>
    </dgm:pt>
    <dgm:pt modelId="{9FF55F9C-2857-4DC2-8D99-F8669C9D9EB7}" type="sibTrans" cxnId="{5D9485F1-1D29-4AB7-8512-1C3D2E392C10}">
      <dgm:prSet/>
      <dgm:spPr/>
      <dgm:t>
        <a:bodyPr/>
        <a:lstStyle/>
        <a:p>
          <a:endParaRPr lang="en-US"/>
        </a:p>
      </dgm:t>
    </dgm:pt>
    <dgm:pt modelId="{09CE55F0-930D-45D4-8DFE-36B019ABAFE4}">
      <dgm:prSet/>
      <dgm:spPr/>
      <dgm:t>
        <a:bodyPr/>
        <a:lstStyle/>
        <a:p>
          <a:r>
            <a:rPr lang="en-CA"/>
            <a:t>“Explain the top SNPs influencing this GWAS peak and list recent papers that discuss those markers in similar environments.”</a:t>
          </a:r>
          <a:endParaRPr lang="en-US"/>
        </a:p>
      </dgm:t>
    </dgm:pt>
    <dgm:pt modelId="{883E6E0A-A28E-4712-A4DB-9F2CB6E66AB3}" type="parTrans" cxnId="{5A85E800-6BA2-4285-9412-AF31936AFCDB}">
      <dgm:prSet/>
      <dgm:spPr/>
      <dgm:t>
        <a:bodyPr/>
        <a:lstStyle/>
        <a:p>
          <a:endParaRPr lang="en-US"/>
        </a:p>
      </dgm:t>
    </dgm:pt>
    <dgm:pt modelId="{32EE4FEC-0963-4C8D-814C-5538EFB4A176}" type="sibTrans" cxnId="{5A85E800-6BA2-4285-9412-AF31936AFCDB}">
      <dgm:prSet/>
      <dgm:spPr/>
      <dgm:t>
        <a:bodyPr/>
        <a:lstStyle/>
        <a:p>
          <a:endParaRPr lang="en-US"/>
        </a:p>
      </dgm:t>
    </dgm:pt>
    <dgm:pt modelId="{F17425E5-AADE-4221-A6B9-F9AD621F9BAD}">
      <dgm:prSet/>
      <dgm:spPr/>
      <dgm:t>
        <a:bodyPr/>
        <a:lstStyle/>
        <a:p>
          <a:r>
            <a:rPr lang="en-CA"/>
            <a:t>“Compare fertility traits for my high‑risk group against published benchmarks and summarize any gaps.”</a:t>
          </a:r>
          <a:endParaRPr lang="en-US"/>
        </a:p>
      </dgm:t>
    </dgm:pt>
    <dgm:pt modelId="{E6899787-B095-4698-BA39-382B2477AF72}" type="parTrans" cxnId="{D4692422-8831-4FE2-9F8F-237130224524}">
      <dgm:prSet/>
      <dgm:spPr/>
      <dgm:t>
        <a:bodyPr/>
        <a:lstStyle/>
        <a:p>
          <a:endParaRPr lang="en-US"/>
        </a:p>
      </dgm:t>
    </dgm:pt>
    <dgm:pt modelId="{54614F67-7F88-4B14-B2B2-0310F2D7DA2D}" type="sibTrans" cxnId="{D4692422-8831-4FE2-9F8F-237130224524}">
      <dgm:prSet/>
      <dgm:spPr/>
      <dgm:t>
        <a:bodyPr/>
        <a:lstStyle/>
        <a:p>
          <a:endParaRPr lang="en-US"/>
        </a:p>
      </dgm:t>
    </dgm:pt>
    <dgm:pt modelId="{39AA11B2-A850-48C7-839D-5720F417B354}">
      <dgm:prSet/>
      <dgm:spPr/>
      <dgm:t>
        <a:bodyPr/>
        <a:lstStyle/>
        <a:p>
          <a:r>
            <a:rPr lang="en-CA"/>
            <a:t>“Find the latest open‑access papers on heat‑stress tolerance in dairy cattle and relate them to our trial data from 2023.”</a:t>
          </a:r>
          <a:endParaRPr lang="en-US"/>
        </a:p>
      </dgm:t>
    </dgm:pt>
    <dgm:pt modelId="{83F49806-4089-46F5-899C-0FB256479504}" type="parTrans" cxnId="{4A55EFDE-83FE-432E-B398-5B54A363DBEB}">
      <dgm:prSet/>
      <dgm:spPr/>
      <dgm:t>
        <a:bodyPr/>
        <a:lstStyle/>
        <a:p>
          <a:endParaRPr lang="en-US"/>
        </a:p>
      </dgm:t>
    </dgm:pt>
    <dgm:pt modelId="{56B7B482-C1B3-4727-8428-B34A90A2DE46}" type="sibTrans" cxnId="{4A55EFDE-83FE-432E-B398-5B54A363DBEB}">
      <dgm:prSet/>
      <dgm:spPr/>
      <dgm:t>
        <a:bodyPr/>
        <a:lstStyle/>
        <a:p>
          <a:endParaRPr lang="en-US"/>
        </a:p>
      </dgm:t>
    </dgm:pt>
    <dgm:pt modelId="{71813018-3F40-B04E-9AE5-59C2CD658F58}" type="pres">
      <dgm:prSet presAssocID="{4FF04F69-FFA5-4DE8-8267-49F575F0DE60}" presName="linear" presStyleCnt="0">
        <dgm:presLayoutVars>
          <dgm:animLvl val="lvl"/>
          <dgm:resizeHandles val="exact"/>
        </dgm:presLayoutVars>
      </dgm:prSet>
      <dgm:spPr/>
    </dgm:pt>
    <dgm:pt modelId="{421D28C0-913F-4148-8705-659FC09890DD}" type="pres">
      <dgm:prSet presAssocID="{14F0175A-E273-4F84-83CB-2B58D27B6D78}" presName="parentText" presStyleLbl="node1" presStyleIdx="0" presStyleCnt="3">
        <dgm:presLayoutVars>
          <dgm:chMax val="0"/>
          <dgm:bulletEnabled val="1"/>
        </dgm:presLayoutVars>
      </dgm:prSet>
      <dgm:spPr/>
    </dgm:pt>
    <dgm:pt modelId="{F767647A-8F56-3347-A06C-8096B3FB97CC}" type="pres">
      <dgm:prSet presAssocID="{14F0175A-E273-4F84-83CB-2B58D27B6D78}" presName="childText" presStyleLbl="revTx" presStyleIdx="0" presStyleCnt="3">
        <dgm:presLayoutVars>
          <dgm:bulletEnabled val="1"/>
        </dgm:presLayoutVars>
      </dgm:prSet>
      <dgm:spPr/>
    </dgm:pt>
    <dgm:pt modelId="{F032C17F-3D35-CF41-BE28-D674228BFB6F}" type="pres">
      <dgm:prSet presAssocID="{698BCB43-FFA1-4213-B089-E72B86529744}" presName="parentText" presStyleLbl="node1" presStyleIdx="1" presStyleCnt="3">
        <dgm:presLayoutVars>
          <dgm:chMax val="0"/>
          <dgm:bulletEnabled val="1"/>
        </dgm:presLayoutVars>
      </dgm:prSet>
      <dgm:spPr/>
    </dgm:pt>
    <dgm:pt modelId="{5A3497D5-9A95-0049-9C2B-B4F6637EACB5}" type="pres">
      <dgm:prSet presAssocID="{698BCB43-FFA1-4213-B089-E72B86529744}" presName="childText" presStyleLbl="revTx" presStyleIdx="1" presStyleCnt="3">
        <dgm:presLayoutVars>
          <dgm:bulletEnabled val="1"/>
        </dgm:presLayoutVars>
      </dgm:prSet>
      <dgm:spPr/>
    </dgm:pt>
    <dgm:pt modelId="{8B8CB447-961F-D44D-A2E0-E3359E7A1A78}" type="pres">
      <dgm:prSet presAssocID="{97706E55-CBAB-487F-988F-F097B399EF47}" presName="parentText" presStyleLbl="node1" presStyleIdx="2" presStyleCnt="3">
        <dgm:presLayoutVars>
          <dgm:chMax val="0"/>
          <dgm:bulletEnabled val="1"/>
        </dgm:presLayoutVars>
      </dgm:prSet>
      <dgm:spPr/>
    </dgm:pt>
    <dgm:pt modelId="{B2149882-B817-F74B-83F7-252BFCDBE15F}" type="pres">
      <dgm:prSet presAssocID="{97706E55-CBAB-487F-988F-F097B399EF47}" presName="childText" presStyleLbl="revTx" presStyleIdx="2" presStyleCnt="3">
        <dgm:presLayoutVars>
          <dgm:bulletEnabled val="1"/>
        </dgm:presLayoutVars>
      </dgm:prSet>
      <dgm:spPr/>
    </dgm:pt>
  </dgm:ptLst>
  <dgm:cxnLst>
    <dgm:cxn modelId="{5A85E800-6BA2-4285-9412-AF31936AFCDB}" srcId="{97706E55-CBAB-487F-988F-F097B399EF47}" destId="{09CE55F0-930D-45D4-8DFE-36B019ABAFE4}" srcOrd="1" destOrd="0" parTransId="{883E6E0A-A28E-4712-A4DB-9F2CB6E66AB3}" sibTransId="{32EE4FEC-0963-4C8D-814C-5538EFB4A176}"/>
    <dgm:cxn modelId="{FA82E903-BBEA-F34B-ABAC-4C0FD989FEF5}" type="presOf" srcId="{97706E55-CBAB-487F-988F-F097B399EF47}" destId="{8B8CB447-961F-D44D-A2E0-E3359E7A1A78}" srcOrd="0" destOrd="0" presId="urn:microsoft.com/office/officeart/2005/8/layout/vList2"/>
    <dgm:cxn modelId="{1A5E4116-A0E1-4A53-8F3A-603B2AFED483}" srcId="{4FF04F69-FFA5-4DE8-8267-49F575F0DE60}" destId="{97706E55-CBAB-487F-988F-F097B399EF47}" srcOrd="2" destOrd="0" parTransId="{A134FC3E-9084-438C-A885-7FAE380D2138}" sibTransId="{1C675ACA-66B9-43DC-8479-DF95DEA36423}"/>
    <dgm:cxn modelId="{05F73F17-9012-054A-82DA-CCCC4F35244E}" type="presOf" srcId="{F17425E5-AADE-4221-A6B9-F9AD621F9BAD}" destId="{B2149882-B817-F74B-83F7-252BFCDBE15F}" srcOrd="0" destOrd="2" presId="urn:microsoft.com/office/officeart/2005/8/layout/vList2"/>
    <dgm:cxn modelId="{27BFA11E-1C51-4274-A985-1E4B836AE568}" srcId="{698BCB43-FFA1-4213-B089-E72B86529744}" destId="{F6C9AD26-081E-4EAE-8AEF-6C87A7C4376E}" srcOrd="1" destOrd="0" parTransId="{9FA35076-1678-4BEC-A670-3B155272CF94}" sibTransId="{3EC0FA13-36DD-4E22-A364-8E6AB798A079}"/>
    <dgm:cxn modelId="{D4692422-8831-4FE2-9F8F-237130224524}" srcId="{97706E55-CBAB-487F-988F-F097B399EF47}" destId="{F17425E5-AADE-4221-A6B9-F9AD621F9BAD}" srcOrd="2" destOrd="0" parTransId="{E6899787-B095-4698-BA39-382B2477AF72}" sibTransId="{54614F67-7F88-4B14-B2B2-0310F2D7DA2D}"/>
    <dgm:cxn modelId="{1A7DE823-6871-7B4C-9389-B7DCE90070F2}" type="presOf" srcId="{51F3321B-1D4E-41C5-B60B-FAC2429D2C99}" destId="{5A3497D5-9A95-0049-9C2B-B4F6637EACB5}" srcOrd="0" destOrd="0" presId="urn:microsoft.com/office/officeart/2005/8/layout/vList2"/>
    <dgm:cxn modelId="{B4031126-12D5-AF49-9F8E-A26373EB0EDA}" type="presOf" srcId="{5C7F3E4F-C026-431D-8523-F0425F057F42}" destId="{B2149882-B817-F74B-83F7-252BFCDBE15F}" srcOrd="0" destOrd="0" presId="urn:microsoft.com/office/officeart/2005/8/layout/vList2"/>
    <dgm:cxn modelId="{68BB042A-F1C0-B04B-9D2D-E3D59204C0BA}" type="presOf" srcId="{C7190710-278B-4A3E-A508-9561C164D741}" destId="{F767647A-8F56-3347-A06C-8096B3FB97CC}" srcOrd="0" destOrd="0" presId="urn:microsoft.com/office/officeart/2005/8/layout/vList2"/>
    <dgm:cxn modelId="{D6A26F2A-8BED-46CF-A068-D3ADE380F5A8}" srcId="{4FF04F69-FFA5-4DE8-8267-49F575F0DE60}" destId="{698BCB43-FFA1-4213-B089-E72B86529744}" srcOrd="1" destOrd="0" parTransId="{7FADC818-56C8-40F0-B9BA-5700886B1151}" sibTransId="{F0FD6942-92E6-42B9-ACE2-E75AF0387F2B}"/>
    <dgm:cxn modelId="{802F6536-5346-4072-80A7-8B464FFD372B}" srcId="{4FF04F69-FFA5-4DE8-8267-49F575F0DE60}" destId="{14F0175A-E273-4F84-83CB-2B58D27B6D78}" srcOrd="0" destOrd="0" parTransId="{6FD63AA4-F426-4E78-9420-CA00349C6B1D}" sibTransId="{F4393F0B-D610-495C-8E1F-C95D92F295A1}"/>
    <dgm:cxn modelId="{B9A40150-946A-2743-90AA-A7C64A231800}" type="presOf" srcId="{39AA11B2-A850-48C7-839D-5720F417B354}" destId="{B2149882-B817-F74B-83F7-252BFCDBE15F}" srcOrd="0" destOrd="3" presId="urn:microsoft.com/office/officeart/2005/8/layout/vList2"/>
    <dgm:cxn modelId="{F1A19A52-3FBB-4E72-98E3-CAF7E90E4C90}" srcId="{14F0175A-E273-4F84-83CB-2B58D27B6D78}" destId="{3E37AD06-BACF-4B0B-9B17-ED094C1A3F3B}" srcOrd="1" destOrd="0" parTransId="{FAF3CD02-6167-48BE-8048-4973D9FE334D}" sibTransId="{B800E312-ADA9-4AAB-91B1-BCDD1EEEEBD4}"/>
    <dgm:cxn modelId="{6510B759-CAE9-0248-AC3E-F58ADAF69E4D}" type="presOf" srcId="{698BCB43-FFA1-4213-B089-E72B86529744}" destId="{F032C17F-3D35-CF41-BE28-D674228BFB6F}" srcOrd="0" destOrd="0" presId="urn:microsoft.com/office/officeart/2005/8/layout/vList2"/>
    <dgm:cxn modelId="{626E605A-CB52-DF4C-80DC-70A53B505852}" type="presOf" srcId="{14F0175A-E273-4F84-83CB-2B58D27B6D78}" destId="{421D28C0-913F-4148-8705-659FC09890DD}" srcOrd="0" destOrd="0" presId="urn:microsoft.com/office/officeart/2005/8/layout/vList2"/>
    <dgm:cxn modelId="{02BD895D-6986-49DC-86D0-C3C4AFA6BA87}" srcId="{14F0175A-E273-4F84-83CB-2B58D27B6D78}" destId="{C7190710-278B-4A3E-A508-9561C164D741}" srcOrd="0" destOrd="0" parTransId="{3A426A2E-59EF-4FB7-A4BB-799A368B9394}" sibTransId="{5A5DEB8A-73F3-4E09-9A4B-4B30A7890A2A}"/>
    <dgm:cxn modelId="{3E780261-E6F3-4BD3-8E09-B9090A1B3CC8}" srcId="{698BCB43-FFA1-4213-B089-E72B86529744}" destId="{51F3321B-1D4E-41C5-B60B-FAC2429D2C99}" srcOrd="0" destOrd="0" parTransId="{0DAA826A-8C03-439C-A7E0-E0716E02750E}" sibTransId="{B4EB4CAA-5C17-4650-ACBD-C6DF95AD4912}"/>
    <dgm:cxn modelId="{A412D961-5455-FD41-AC1F-365C2E40F5E8}" type="presOf" srcId="{4FF04F69-FFA5-4DE8-8267-49F575F0DE60}" destId="{71813018-3F40-B04E-9AE5-59C2CD658F58}" srcOrd="0" destOrd="0" presId="urn:microsoft.com/office/officeart/2005/8/layout/vList2"/>
    <dgm:cxn modelId="{09DA6681-85CD-4E40-A113-5EF387F8EB7D}" type="presOf" srcId="{F6C9AD26-081E-4EAE-8AEF-6C87A7C4376E}" destId="{5A3497D5-9A95-0049-9C2B-B4F6637EACB5}" srcOrd="0" destOrd="1" presId="urn:microsoft.com/office/officeart/2005/8/layout/vList2"/>
    <dgm:cxn modelId="{461888C0-4FD3-DF48-883B-DA69454C4A23}" type="presOf" srcId="{3E37AD06-BACF-4B0B-9B17-ED094C1A3F3B}" destId="{F767647A-8F56-3347-A06C-8096B3FB97CC}" srcOrd="0" destOrd="1" presId="urn:microsoft.com/office/officeart/2005/8/layout/vList2"/>
    <dgm:cxn modelId="{C33ED4D3-A55B-9D44-917A-357F7BE3D745}" type="presOf" srcId="{09CE55F0-930D-45D4-8DFE-36B019ABAFE4}" destId="{B2149882-B817-F74B-83F7-252BFCDBE15F}" srcOrd="0" destOrd="1" presId="urn:microsoft.com/office/officeart/2005/8/layout/vList2"/>
    <dgm:cxn modelId="{4A55EFDE-83FE-432E-B398-5B54A363DBEB}" srcId="{97706E55-CBAB-487F-988F-F097B399EF47}" destId="{39AA11B2-A850-48C7-839D-5720F417B354}" srcOrd="3" destOrd="0" parTransId="{83F49806-4089-46F5-899C-0FB256479504}" sibTransId="{56B7B482-C1B3-4727-8428-B34A90A2DE46}"/>
    <dgm:cxn modelId="{5D9485F1-1D29-4AB7-8512-1C3D2E392C10}" srcId="{97706E55-CBAB-487F-988F-F097B399EF47}" destId="{5C7F3E4F-C026-431D-8523-F0425F057F42}" srcOrd="0" destOrd="0" parTransId="{5EF7DE1D-A212-4B24-A0AE-00A1B06F0877}" sibTransId="{9FF55F9C-2857-4DC2-8D99-F8669C9D9EB7}"/>
    <dgm:cxn modelId="{BDEB5FB2-182F-084F-A55C-A5E86E20B3CF}" type="presParOf" srcId="{71813018-3F40-B04E-9AE5-59C2CD658F58}" destId="{421D28C0-913F-4148-8705-659FC09890DD}" srcOrd="0" destOrd="0" presId="urn:microsoft.com/office/officeart/2005/8/layout/vList2"/>
    <dgm:cxn modelId="{5E75B26B-D023-2441-BA63-4B53DC4F8D74}" type="presParOf" srcId="{71813018-3F40-B04E-9AE5-59C2CD658F58}" destId="{F767647A-8F56-3347-A06C-8096B3FB97CC}" srcOrd="1" destOrd="0" presId="urn:microsoft.com/office/officeart/2005/8/layout/vList2"/>
    <dgm:cxn modelId="{A2F61E7E-DCE7-2C43-B9AD-BE3B059E2510}" type="presParOf" srcId="{71813018-3F40-B04E-9AE5-59C2CD658F58}" destId="{F032C17F-3D35-CF41-BE28-D674228BFB6F}" srcOrd="2" destOrd="0" presId="urn:microsoft.com/office/officeart/2005/8/layout/vList2"/>
    <dgm:cxn modelId="{0299B4A5-DA87-4444-B3BF-1BBBCCD4E153}" type="presParOf" srcId="{71813018-3F40-B04E-9AE5-59C2CD658F58}" destId="{5A3497D5-9A95-0049-9C2B-B4F6637EACB5}" srcOrd="3" destOrd="0" presId="urn:microsoft.com/office/officeart/2005/8/layout/vList2"/>
    <dgm:cxn modelId="{C7ACAAA2-4908-4640-BFFA-8F4F1B6B7962}" type="presParOf" srcId="{71813018-3F40-B04E-9AE5-59C2CD658F58}" destId="{8B8CB447-961F-D44D-A2E0-E3359E7A1A78}" srcOrd="4" destOrd="0" presId="urn:microsoft.com/office/officeart/2005/8/layout/vList2"/>
    <dgm:cxn modelId="{4E38BFAB-41D5-0740-8DFF-B32008DFC28B}" type="presParOf" srcId="{71813018-3F40-B04E-9AE5-59C2CD658F58}" destId="{B2149882-B817-F74B-83F7-252BFCDBE15F}" srcOrd="5"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7461DBC-1414-42EF-9BC7-A7B8C1FF798D}">
      <dsp:nvSpPr>
        <dsp:cNvPr id="0" name=""/>
        <dsp:cNvSpPr/>
      </dsp:nvSpPr>
      <dsp:spPr>
        <a:xfrm>
          <a:off x="5792" y="65243"/>
          <a:ext cx="969154" cy="96915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7C94A6C-D13C-4C23-A48B-D161F85A73FC}">
      <dsp:nvSpPr>
        <dsp:cNvPr id="0" name=""/>
        <dsp:cNvSpPr/>
      </dsp:nvSpPr>
      <dsp:spPr>
        <a:xfrm>
          <a:off x="5792" y="1186367"/>
          <a:ext cx="2769011" cy="4153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defRPr b="1"/>
          </a:pPr>
          <a:r>
            <a:rPr lang="en-CA" sz="1800" b="1" kern="1200" dirty="0"/>
            <a:t>Background &amp; Experience:</a:t>
          </a:r>
          <a:endParaRPr lang="en-US" sz="1800" kern="1200" dirty="0"/>
        </a:p>
      </dsp:txBody>
      <dsp:txXfrm>
        <a:off x="5792" y="1186367"/>
        <a:ext cx="2769011" cy="415351"/>
      </dsp:txXfrm>
    </dsp:sp>
    <dsp:sp modelId="{E18E6A77-F378-488C-AFB2-D7C6E38CF998}">
      <dsp:nvSpPr>
        <dsp:cNvPr id="0" name=""/>
        <dsp:cNvSpPr/>
      </dsp:nvSpPr>
      <dsp:spPr>
        <a:xfrm>
          <a:off x="5792" y="1672403"/>
          <a:ext cx="2769011" cy="19270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77850">
            <a:lnSpc>
              <a:spcPct val="100000"/>
            </a:lnSpc>
            <a:spcBef>
              <a:spcPct val="0"/>
            </a:spcBef>
            <a:spcAft>
              <a:spcPct val="35000"/>
            </a:spcAft>
            <a:buNone/>
          </a:pPr>
          <a:r>
            <a:rPr lang="en-CA" sz="1300" kern="1200" dirty="0"/>
            <a:t>Managed IT and Networking infrastructure across </a:t>
          </a:r>
          <a:r>
            <a:rPr lang="en-CA" sz="1300" b="1" kern="1200" dirty="0"/>
            <a:t>10+ Research Stations</a:t>
          </a:r>
          <a:r>
            <a:rPr lang="en-CA" sz="1300" kern="1200" dirty="0"/>
            <a:t>.</a:t>
          </a:r>
          <a:endParaRPr lang="en-US" sz="1300" kern="1200" dirty="0"/>
        </a:p>
        <a:p>
          <a:pPr marL="0" lvl="0" indent="0" algn="l" defTabSz="577850">
            <a:lnSpc>
              <a:spcPct val="100000"/>
            </a:lnSpc>
            <a:spcBef>
              <a:spcPct val="0"/>
            </a:spcBef>
            <a:spcAft>
              <a:spcPct val="35000"/>
            </a:spcAft>
            <a:buNone/>
          </a:pPr>
          <a:r>
            <a:rPr lang="en-CA" sz="1300" kern="1200"/>
            <a:t>Supported diverse teams: Animal Behavior Researchers, Graduate Students, and Field Technicians.</a:t>
          </a:r>
          <a:endParaRPr lang="en-US" sz="1300" kern="1200"/>
        </a:p>
      </dsp:txBody>
      <dsp:txXfrm>
        <a:off x="5792" y="1672403"/>
        <a:ext cx="2769011" cy="1927040"/>
      </dsp:txXfrm>
    </dsp:sp>
    <dsp:sp modelId="{D2FDC17F-B2EC-4597-BEB6-9A8BE2354F32}">
      <dsp:nvSpPr>
        <dsp:cNvPr id="0" name=""/>
        <dsp:cNvSpPr/>
      </dsp:nvSpPr>
      <dsp:spPr>
        <a:xfrm>
          <a:off x="3259382" y="65243"/>
          <a:ext cx="969154" cy="96915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5916498-A973-485F-B716-EE969EC3923D}">
      <dsp:nvSpPr>
        <dsp:cNvPr id="0" name=""/>
        <dsp:cNvSpPr/>
      </dsp:nvSpPr>
      <dsp:spPr>
        <a:xfrm>
          <a:off x="3259382" y="1186367"/>
          <a:ext cx="2769011" cy="4153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00100">
            <a:lnSpc>
              <a:spcPct val="100000"/>
            </a:lnSpc>
            <a:spcBef>
              <a:spcPct val="0"/>
            </a:spcBef>
            <a:spcAft>
              <a:spcPct val="35000"/>
            </a:spcAft>
            <a:buNone/>
            <a:defRPr b="1"/>
          </a:pPr>
          <a:r>
            <a:rPr lang="en-CA" sz="1800" b="1" kern="1200" dirty="0"/>
            <a:t>The Operational Reality:</a:t>
          </a:r>
          <a:endParaRPr lang="en-US" sz="1800" kern="1200" dirty="0"/>
        </a:p>
      </dsp:txBody>
      <dsp:txXfrm>
        <a:off x="3259382" y="1186367"/>
        <a:ext cx="2769011" cy="415351"/>
      </dsp:txXfrm>
    </dsp:sp>
    <dsp:sp modelId="{881E9768-5E73-44BC-B249-24D479E8E3D4}">
      <dsp:nvSpPr>
        <dsp:cNvPr id="0" name=""/>
        <dsp:cNvSpPr/>
      </dsp:nvSpPr>
      <dsp:spPr>
        <a:xfrm>
          <a:off x="3259382" y="1672403"/>
          <a:ext cx="2769011" cy="19270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77850">
            <a:lnSpc>
              <a:spcPct val="100000"/>
            </a:lnSpc>
            <a:spcBef>
              <a:spcPct val="0"/>
            </a:spcBef>
            <a:spcAft>
              <a:spcPct val="35000"/>
            </a:spcAft>
            <a:buNone/>
          </a:pPr>
          <a:r>
            <a:rPr lang="en-CA" sz="1300" b="1" kern="1200" dirty="0"/>
            <a:t>Data Pipelines:</a:t>
          </a:r>
          <a:r>
            <a:rPr lang="en-CA" sz="1300" kern="1200" dirty="0"/>
            <a:t> Helped design workflows to gather, store, and analyze sensor/field data.</a:t>
          </a:r>
          <a:endParaRPr lang="en-US" sz="1300" kern="1200" dirty="0"/>
        </a:p>
        <a:p>
          <a:pPr marL="0" lvl="0" indent="0" algn="l" defTabSz="577850">
            <a:lnSpc>
              <a:spcPct val="100000"/>
            </a:lnSpc>
            <a:spcBef>
              <a:spcPct val="0"/>
            </a:spcBef>
            <a:spcAft>
              <a:spcPct val="35000"/>
            </a:spcAft>
            <a:buNone/>
          </a:pPr>
          <a:r>
            <a:rPr lang="en-CA" sz="1300" b="1" kern="1200" dirty="0"/>
            <a:t>Budgeting:</a:t>
          </a:r>
          <a:r>
            <a:rPr lang="en-CA" sz="1300" kern="1200" dirty="0"/>
            <a:t> Strategized infrastructure investments for long-term research projects.</a:t>
          </a:r>
          <a:endParaRPr lang="en-US" sz="1300" kern="1200" dirty="0"/>
        </a:p>
        <a:p>
          <a:pPr marL="0" lvl="0" indent="0" algn="l" defTabSz="577850">
            <a:lnSpc>
              <a:spcPct val="100000"/>
            </a:lnSpc>
            <a:spcBef>
              <a:spcPct val="0"/>
            </a:spcBef>
            <a:spcAft>
              <a:spcPct val="35000"/>
            </a:spcAft>
            <a:buNone/>
          </a:pPr>
          <a:r>
            <a:rPr lang="en-CA" sz="1300" b="1" kern="1200" dirty="0"/>
            <a:t>Observation:</a:t>
          </a:r>
          <a:r>
            <a:rPr lang="en-CA" sz="1300" kern="1200" dirty="0"/>
            <a:t> Technology was available, but the </a:t>
          </a:r>
          <a:r>
            <a:rPr lang="en-CA" sz="1300" i="1" kern="1200" dirty="0"/>
            <a:t>human workflow</a:t>
          </a:r>
          <a:r>
            <a:rPr lang="en-CA" sz="1300" kern="1200" dirty="0"/>
            <a:t> was broken.</a:t>
          </a:r>
          <a:endParaRPr lang="en-US" sz="1300" kern="1200" dirty="0"/>
        </a:p>
      </dsp:txBody>
      <dsp:txXfrm>
        <a:off x="3259382" y="1672403"/>
        <a:ext cx="2769011" cy="19270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A38C032-C7F1-4E57-A8DD-AB293AD48621}">
      <dsp:nvSpPr>
        <dsp:cNvPr id="0" name=""/>
        <dsp:cNvSpPr/>
      </dsp:nvSpPr>
      <dsp:spPr>
        <a:xfrm>
          <a:off x="9645" y="251843"/>
          <a:ext cx="1135842" cy="113584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37A3D74-02F3-406D-9DF5-CC46BD880FF8}">
      <dsp:nvSpPr>
        <dsp:cNvPr id="0" name=""/>
        <dsp:cNvSpPr/>
      </dsp:nvSpPr>
      <dsp:spPr>
        <a:xfrm>
          <a:off x="9645" y="1526799"/>
          <a:ext cx="3245265" cy="486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defRPr b="1"/>
          </a:pPr>
          <a:r>
            <a:rPr lang="en-CA" sz="1700" b="1" kern="1200" dirty="0"/>
            <a:t>Why GPT‑5.1‑class foundation models are exciting</a:t>
          </a:r>
          <a:endParaRPr lang="en-US" sz="1700" kern="1200" dirty="0"/>
        </a:p>
      </dsp:txBody>
      <dsp:txXfrm>
        <a:off x="9645" y="1526799"/>
        <a:ext cx="3245265" cy="486789"/>
      </dsp:txXfrm>
    </dsp:sp>
    <dsp:sp modelId="{DEF71A8B-B078-4648-A7A2-47E1DE09B238}">
      <dsp:nvSpPr>
        <dsp:cNvPr id="0" name=""/>
        <dsp:cNvSpPr/>
      </dsp:nvSpPr>
      <dsp:spPr>
        <a:xfrm>
          <a:off x="9645" y="2078292"/>
          <a:ext cx="3245265" cy="14087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77850">
            <a:lnSpc>
              <a:spcPct val="90000"/>
            </a:lnSpc>
            <a:spcBef>
              <a:spcPct val="0"/>
            </a:spcBef>
            <a:spcAft>
              <a:spcPct val="35000"/>
            </a:spcAft>
            <a:buNone/>
          </a:pPr>
          <a:r>
            <a:rPr lang="en-CA" sz="1300" kern="1200"/>
            <a:t>Very strong at reasoning across long, complex documents.</a:t>
          </a:r>
          <a:endParaRPr lang="en-US" sz="1300" kern="1200"/>
        </a:p>
        <a:p>
          <a:pPr marL="0" lvl="0" indent="0" algn="l" defTabSz="577850">
            <a:lnSpc>
              <a:spcPct val="90000"/>
            </a:lnSpc>
            <a:spcBef>
              <a:spcPct val="0"/>
            </a:spcBef>
            <a:spcAft>
              <a:spcPct val="35000"/>
            </a:spcAft>
            <a:buNone/>
          </a:pPr>
          <a:r>
            <a:rPr lang="en-CA" sz="1300" kern="1200"/>
            <a:t>Excellent at summarizing literature, explaining code, and handling multi‑step tasks.</a:t>
          </a:r>
          <a:endParaRPr lang="en-US" sz="1300" kern="1200"/>
        </a:p>
        <a:p>
          <a:pPr marL="0" lvl="0" indent="0" algn="l" defTabSz="577850">
            <a:lnSpc>
              <a:spcPct val="90000"/>
            </a:lnSpc>
            <a:spcBef>
              <a:spcPct val="0"/>
            </a:spcBef>
            <a:spcAft>
              <a:spcPct val="35000"/>
            </a:spcAft>
            <a:buNone/>
          </a:pPr>
          <a:r>
            <a:rPr lang="en-CA" sz="1300" kern="1200"/>
            <a:t>Can generalize across domains: genetics, animal health, agronomy, economics.</a:t>
          </a:r>
          <a:endParaRPr lang="en-US" sz="1300" kern="1200"/>
        </a:p>
      </dsp:txBody>
      <dsp:txXfrm>
        <a:off x="9645" y="2078292"/>
        <a:ext cx="3245265" cy="1408726"/>
      </dsp:txXfrm>
    </dsp:sp>
    <dsp:sp modelId="{927ECE28-5352-49C5-AA05-0FF8F295372C}">
      <dsp:nvSpPr>
        <dsp:cNvPr id="0" name=""/>
        <dsp:cNvSpPr/>
      </dsp:nvSpPr>
      <dsp:spPr>
        <a:xfrm>
          <a:off x="3822831" y="251843"/>
          <a:ext cx="1135842" cy="113584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828A94-8216-41E5-8071-949A3832941C}">
      <dsp:nvSpPr>
        <dsp:cNvPr id="0" name=""/>
        <dsp:cNvSpPr/>
      </dsp:nvSpPr>
      <dsp:spPr>
        <a:xfrm>
          <a:off x="3822831" y="1526799"/>
          <a:ext cx="3245265" cy="486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defRPr b="1"/>
          </a:pPr>
          <a:r>
            <a:rPr lang="en-CA" sz="1700" b="1" kern="1200" dirty="0"/>
            <a:t>What they can do for this platform</a:t>
          </a:r>
          <a:endParaRPr lang="en-US" sz="1700" kern="1200" dirty="0"/>
        </a:p>
      </dsp:txBody>
      <dsp:txXfrm>
        <a:off x="3822831" y="1526799"/>
        <a:ext cx="3245265" cy="486789"/>
      </dsp:txXfrm>
    </dsp:sp>
    <dsp:sp modelId="{88AB6A09-CD39-4327-9027-4E8BD519A12B}">
      <dsp:nvSpPr>
        <dsp:cNvPr id="0" name=""/>
        <dsp:cNvSpPr/>
      </dsp:nvSpPr>
      <dsp:spPr>
        <a:xfrm>
          <a:off x="3822831" y="2078292"/>
          <a:ext cx="3245265" cy="14087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77850">
            <a:lnSpc>
              <a:spcPct val="90000"/>
            </a:lnSpc>
            <a:spcBef>
              <a:spcPct val="0"/>
            </a:spcBef>
            <a:spcAft>
              <a:spcPct val="35000"/>
            </a:spcAft>
            <a:buFont typeface="Arial" panose="020B0604020202020204" pitchFamily="34" charset="0"/>
            <a:buNone/>
          </a:pPr>
          <a:r>
            <a:rPr lang="en-CA" sz="1300" kern="1200" dirty="0"/>
            <a:t>Read long genomic or trial reports and explain them in plain language.</a:t>
          </a:r>
          <a:endParaRPr lang="en-US" sz="1300" kern="1200" dirty="0"/>
        </a:p>
        <a:p>
          <a:pPr marL="0" lvl="0" indent="0" algn="l" defTabSz="577850">
            <a:lnSpc>
              <a:spcPct val="90000"/>
            </a:lnSpc>
            <a:spcBef>
              <a:spcPct val="0"/>
            </a:spcBef>
            <a:spcAft>
              <a:spcPct val="35000"/>
            </a:spcAft>
            <a:buFont typeface="Arial" panose="020B0604020202020204" pitchFamily="34" charset="0"/>
            <a:buNone/>
          </a:pPr>
          <a:r>
            <a:rPr lang="en-CA" sz="1300" kern="1200" dirty="0"/>
            <a:t>Synthesize dozens of journal papers into a clear, structured overview.</a:t>
          </a:r>
          <a:endParaRPr lang="en-US" sz="1300" kern="1200" dirty="0"/>
        </a:p>
        <a:p>
          <a:pPr marL="0" lvl="0" indent="0" algn="l" defTabSz="577850">
            <a:lnSpc>
              <a:spcPct val="90000"/>
            </a:lnSpc>
            <a:spcBef>
              <a:spcPct val="0"/>
            </a:spcBef>
            <a:spcAft>
              <a:spcPct val="35000"/>
            </a:spcAft>
            <a:buFont typeface="Arial" panose="020B0604020202020204" pitchFamily="34" charset="0"/>
            <a:buNone/>
          </a:pPr>
          <a:r>
            <a:rPr lang="en-CA" sz="1300" kern="1200" dirty="0"/>
            <a:t>Help design analysis workflows: suggest code, checks, and visualizations.</a:t>
          </a:r>
          <a:endParaRPr lang="en-US" sz="1300" kern="1200" dirty="0"/>
        </a:p>
      </dsp:txBody>
      <dsp:txXfrm>
        <a:off x="3822831" y="2078292"/>
        <a:ext cx="3245265" cy="1408726"/>
      </dsp:txXfrm>
    </dsp:sp>
    <dsp:sp modelId="{29B12BEC-30E2-4D94-B752-887D9209E328}">
      <dsp:nvSpPr>
        <dsp:cNvPr id="0" name=""/>
        <dsp:cNvSpPr/>
      </dsp:nvSpPr>
      <dsp:spPr>
        <a:xfrm>
          <a:off x="7636018" y="251843"/>
          <a:ext cx="1135842" cy="113584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1D93D75-FB2A-425A-92FF-9B652E153F62}">
      <dsp:nvSpPr>
        <dsp:cNvPr id="0" name=""/>
        <dsp:cNvSpPr/>
      </dsp:nvSpPr>
      <dsp:spPr>
        <a:xfrm>
          <a:off x="7636018" y="1526799"/>
          <a:ext cx="3245265" cy="486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755650">
            <a:lnSpc>
              <a:spcPct val="90000"/>
            </a:lnSpc>
            <a:spcBef>
              <a:spcPct val="0"/>
            </a:spcBef>
            <a:spcAft>
              <a:spcPct val="35000"/>
            </a:spcAft>
            <a:buNone/>
            <a:defRPr b="1"/>
          </a:pPr>
          <a:r>
            <a:rPr lang="en-CA" sz="1700" b="1" kern="1200" dirty="0"/>
            <a:t>Ideal role for us</a:t>
          </a:r>
          <a:endParaRPr lang="en-US" sz="1700" kern="1200" dirty="0"/>
        </a:p>
      </dsp:txBody>
      <dsp:txXfrm>
        <a:off x="7636018" y="1526799"/>
        <a:ext cx="3245265" cy="486789"/>
      </dsp:txXfrm>
    </dsp:sp>
    <dsp:sp modelId="{7762313C-C891-4837-A289-58E7EA224B32}">
      <dsp:nvSpPr>
        <dsp:cNvPr id="0" name=""/>
        <dsp:cNvSpPr/>
      </dsp:nvSpPr>
      <dsp:spPr>
        <a:xfrm>
          <a:off x="7626380" y="2068670"/>
          <a:ext cx="3245265" cy="140872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77850">
            <a:lnSpc>
              <a:spcPct val="90000"/>
            </a:lnSpc>
            <a:spcBef>
              <a:spcPct val="0"/>
            </a:spcBef>
            <a:spcAft>
              <a:spcPct val="35000"/>
            </a:spcAft>
            <a:buNone/>
          </a:pPr>
          <a:r>
            <a:rPr lang="en-CA" sz="1300" kern="1200" dirty="0"/>
            <a:t>Use GPT‑5.1 as a </a:t>
          </a:r>
          <a:r>
            <a:rPr lang="en-CA" sz="1300" i="1" kern="1200" dirty="0"/>
            <a:t>general brain</a:t>
          </a:r>
          <a:r>
            <a:rPr lang="en-CA" sz="1300" kern="1200" dirty="0"/>
            <a:t> for understanding language and reasoning.</a:t>
          </a:r>
          <a:endParaRPr lang="en-US" sz="1300" kern="1200" dirty="0"/>
        </a:p>
        <a:p>
          <a:pPr marL="0" lvl="0" indent="0" algn="l" defTabSz="577850">
            <a:lnSpc>
              <a:spcPct val="90000"/>
            </a:lnSpc>
            <a:spcBef>
              <a:spcPct val="0"/>
            </a:spcBef>
            <a:spcAft>
              <a:spcPct val="35000"/>
            </a:spcAft>
            <a:buNone/>
          </a:pPr>
          <a:r>
            <a:rPr lang="en-CA" sz="1300" kern="1200"/>
            <a:t>Let it handle “how to think,” while our own data provides “what to think with.”</a:t>
          </a:r>
          <a:endParaRPr lang="en-US" sz="1300" kern="1200"/>
        </a:p>
      </dsp:txBody>
      <dsp:txXfrm>
        <a:off x="7626380" y="2068670"/>
        <a:ext cx="3245265" cy="140872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0D3EE2-6B7F-4441-8877-854D5A7C36F4}">
      <dsp:nvSpPr>
        <dsp:cNvPr id="0" name=""/>
        <dsp:cNvSpPr/>
      </dsp:nvSpPr>
      <dsp:spPr>
        <a:xfrm>
          <a:off x="1064356" y="198558"/>
          <a:ext cx="1135842" cy="113584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B2E7D8C-D089-4E12-83B8-9AE18356F3F4}">
      <dsp:nvSpPr>
        <dsp:cNvPr id="0" name=""/>
        <dsp:cNvSpPr/>
      </dsp:nvSpPr>
      <dsp:spPr>
        <a:xfrm>
          <a:off x="9645" y="1478096"/>
          <a:ext cx="3245265" cy="486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b="1"/>
          </a:pPr>
          <a:r>
            <a:rPr lang="en-CA" sz="1800" b="1" kern="1200" dirty="0"/>
            <a:t>Why we don’t self‑host GPT‑5.1</a:t>
          </a:r>
          <a:endParaRPr lang="en-US" sz="1800" kern="1200" dirty="0"/>
        </a:p>
      </dsp:txBody>
      <dsp:txXfrm>
        <a:off x="9645" y="1478096"/>
        <a:ext cx="3245265" cy="486789"/>
      </dsp:txXfrm>
    </dsp:sp>
    <dsp:sp modelId="{39281E9F-00C9-4D1D-AA66-88110A766E60}">
      <dsp:nvSpPr>
        <dsp:cNvPr id="0" name=""/>
        <dsp:cNvSpPr/>
      </dsp:nvSpPr>
      <dsp:spPr>
        <a:xfrm>
          <a:off x="9645" y="2031721"/>
          <a:ext cx="3245265" cy="1508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CA" sz="1300" b="1" kern="1200" dirty="0"/>
            <a:t>GPU cost:</a:t>
          </a:r>
          <a:r>
            <a:rPr lang="en-CA" sz="1300" kern="1200" dirty="0"/>
            <a:t> Requires many high‑end GPUs to serve low‑latency responses.</a:t>
          </a:r>
          <a:endParaRPr lang="en-US" sz="1300" kern="1200" dirty="0"/>
        </a:p>
        <a:p>
          <a:pPr marL="0" lvl="0" indent="0" algn="ctr" defTabSz="577850">
            <a:lnSpc>
              <a:spcPct val="100000"/>
            </a:lnSpc>
            <a:spcBef>
              <a:spcPct val="0"/>
            </a:spcBef>
            <a:spcAft>
              <a:spcPct val="35000"/>
            </a:spcAft>
            <a:buNone/>
          </a:pPr>
          <a:r>
            <a:rPr lang="en-CA" sz="1300" b="1" kern="1200" dirty="0"/>
            <a:t>Operational load:</a:t>
          </a:r>
          <a:r>
            <a:rPr lang="en-CA" sz="1300" kern="1200" dirty="0"/>
            <a:t> 24/7 monitoring, scaling, security, model updates.</a:t>
          </a:r>
          <a:endParaRPr lang="en-US" sz="1300" kern="1200" dirty="0"/>
        </a:p>
        <a:p>
          <a:pPr marL="0" lvl="0" indent="0" algn="ctr" defTabSz="577850">
            <a:lnSpc>
              <a:spcPct val="100000"/>
            </a:lnSpc>
            <a:spcBef>
              <a:spcPct val="0"/>
            </a:spcBef>
            <a:spcAft>
              <a:spcPct val="35000"/>
            </a:spcAft>
            <a:buNone/>
          </a:pPr>
          <a:r>
            <a:rPr lang="en-CA" sz="1300" b="1" kern="1200"/>
            <a:t>Trade‑off:</a:t>
          </a:r>
          <a:r>
            <a:rPr lang="en-CA" sz="1300" kern="1200"/>
            <a:t> Money and time pulled away from actual genetics and farm research.</a:t>
          </a:r>
          <a:endParaRPr lang="en-US" sz="1300" kern="1200"/>
        </a:p>
      </dsp:txBody>
      <dsp:txXfrm>
        <a:off x="9645" y="2031721"/>
        <a:ext cx="3245265" cy="1508587"/>
      </dsp:txXfrm>
    </dsp:sp>
    <dsp:sp modelId="{273346AD-4BFD-4B73-9AB6-1818C4AD269A}">
      <dsp:nvSpPr>
        <dsp:cNvPr id="0" name=""/>
        <dsp:cNvSpPr/>
      </dsp:nvSpPr>
      <dsp:spPr>
        <a:xfrm>
          <a:off x="4877543" y="198558"/>
          <a:ext cx="1135842" cy="113584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3DE4063-AA6F-43AA-8940-E7359961F9F2}">
      <dsp:nvSpPr>
        <dsp:cNvPr id="0" name=""/>
        <dsp:cNvSpPr/>
      </dsp:nvSpPr>
      <dsp:spPr>
        <a:xfrm>
          <a:off x="3822831" y="1478096"/>
          <a:ext cx="3245265" cy="486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b="1"/>
          </a:pPr>
          <a:r>
            <a:rPr lang="en-CA" sz="1800" b="1" kern="1200" dirty="0"/>
            <a:t>Our practical decision</a:t>
          </a:r>
          <a:endParaRPr lang="en-US" sz="1800" kern="1200" dirty="0"/>
        </a:p>
      </dsp:txBody>
      <dsp:txXfrm>
        <a:off x="3822831" y="1478096"/>
        <a:ext cx="3245265" cy="486789"/>
      </dsp:txXfrm>
    </dsp:sp>
    <dsp:sp modelId="{B98F573C-6D00-4259-A644-9C213B7E44CA}">
      <dsp:nvSpPr>
        <dsp:cNvPr id="0" name=""/>
        <dsp:cNvSpPr/>
      </dsp:nvSpPr>
      <dsp:spPr>
        <a:xfrm>
          <a:off x="3822831" y="2031721"/>
          <a:ext cx="3245265" cy="1508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577850">
            <a:lnSpc>
              <a:spcPct val="100000"/>
            </a:lnSpc>
            <a:spcBef>
              <a:spcPct val="0"/>
            </a:spcBef>
            <a:spcAft>
              <a:spcPct val="35000"/>
            </a:spcAft>
            <a:buNone/>
          </a:pPr>
          <a:r>
            <a:rPr lang="en-CA" sz="1300" kern="1200" dirty="0"/>
            <a:t>Use a </a:t>
          </a:r>
          <a:r>
            <a:rPr lang="en-CA" sz="1300" b="1" kern="1200" dirty="0"/>
            <a:t>managed GPT‑5.1‑class model via API</a:t>
          </a:r>
          <a:r>
            <a:rPr lang="en-CA" sz="1300" kern="1200" dirty="0"/>
            <a:t> (no GPUs for us to run).</a:t>
          </a:r>
          <a:endParaRPr lang="en-US" sz="1300" kern="1200" dirty="0"/>
        </a:p>
        <a:p>
          <a:pPr marL="0" lvl="0" indent="0" algn="l" defTabSz="577850">
            <a:lnSpc>
              <a:spcPct val="100000"/>
            </a:lnSpc>
            <a:spcBef>
              <a:spcPct val="0"/>
            </a:spcBef>
            <a:spcAft>
              <a:spcPct val="35000"/>
            </a:spcAft>
            <a:buNone/>
          </a:pPr>
          <a:r>
            <a:rPr lang="en-CA" sz="1300" kern="1200"/>
            <a:t>Focus our engineering effort on a strong </a:t>
          </a:r>
          <a:r>
            <a:rPr lang="en-CA" sz="1300" b="1" kern="1200"/>
            <a:t>RAG layer</a:t>
          </a:r>
          <a:r>
            <a:rPr lang="en-CA" sz="1300" kern="1200"/>
            <a:t>:</a:t>
          </a:r>
          <a:endParaRPr lang="en-US" sz="1300" kern="1200"/>
        </a:p>
        <a:p>
          <a:pPr marL="114300" lvl="1" indent="-114300" algn="l" defTabSz="577850">
            <a:lnSpc>
              <a:spcPct val="90000"/>
            </a:lnSpc>
            <a:spcBef>
              <a:spcPct val="0"/>
            </a:spcBef>
            <a:spcAft>
              <a:spcPct val="15000"/>
            </a:spcAft>
            <a:buChar char="•"/>
          </a:pPr>
          <a:r>
            <a:rPr lang="en-CA" sz="1300" kern="1200"/>
            <a:t>Farm records, genomic analyses, trial data.</a:t>
          </a:r>
          <a:endParaRPr lang="en-US" sz="1300" kern="1200"/>
        </a:p>
        <a:p>
          <a:pPr marL="114300" lvl="1" indent="-114300" algn="l" defTabSz="577850">
            <a:lnSpc>
              <a:spcPct val="90000"/>
            </a:lnSpc>
            <a:spcBef>
              <a:spcPct val="0"/>
            </a:spcBef>
            <a:spcAft>
              <a:spcPct val="15000"/>
            </a:spcAft>
            <a:buChar char="•"/>
          </a:pPr>
          <a:r>
            <a:rPr lang="en-CA" sz="1300" kern="1200"/>
            <a:t>Journal APIs (PubMed, Nature, etc.) and internal documents.</a:t>
          </a:r>
          <a:endParaRPr lang="en-US" sz="1300" kern="1200"/>
        </a:p>
      </dsp:txBody>
      <dsp:txXfrm>
        <a:off x="3822831" y="2031721"/>
        <a:ext cx="3245265" cy="1508587"/>
      </dsp:txXfrm>
    </dsp:sp>
    <dsp:sp modelId="{97B0F5D0-EA3A-4013-AFFE-CAE22F94CCD8}">
      <dsp:nvSpPr>
        <dsp:cNvPr id="0" name=""/>
        <dsp:cNvSpPr/>
      </dsp:nvSpPr>
      <dsp:spPr>
        <a:xfrm>
          <a:off x="8690729" y="198558"/>
          <a:ext cx="1135842" cy="113584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7B3A578-4BFD-4A68-B3EC-9AC4F9B2FB9E}">
      <dsp:nvSpPr>
        <dsp:cNvPr id="0" name=""/>
        <dsp:cNvSpPr/>
      </dsp:nvSpPr>
      <dsp:spPr>
        <a:xfrm>
          <a:off x="7636018" y="1478096"/>
          <a:ext cx="3245265" cy="4867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100000"/>
            </a:lnSpc>
            <a:spcBef>
              <a:spcPct val="0"/>
            </a:spcBef>
            <a:spcAft>
              <a:spcPct val="35000"/>
            </a:spcAft>
            <a:buNone/>
            <a:defRPr b="1"/>
          </a:pPr>
          <a:r>
            <a:rPr lang="en-CA" sz="1800" b="1" kern="1200" dirty="0"/>
            <a:t>Benefits of RAG‑first</a:t>
          </a:r>
          <a:endParaRPr lang="en-US" sz="1800" kern="1200" dirty="0"/>
        </a:p>
      </dsp:txBody>
      <dsp:txXfrm>
        <a:off x="7636018" y="1478096"/>
        <a:ext cx="3245265" cy="486789"/>
      </dsp:txXfrm>
    </dsp:sp>
    <dsp:sp modelId="{60FABE79-8246-4EA4-BBB1-4213F892C9C7}">
      <dsp:nvSpPr>
        <dsp:cNvPr id="0" name=""/>
        <dsp:cNvSpPr/>
      </dsp:nvSpPr>
      <dsp:spPr>
        <a:xfrm>
          <a:off x="7636018" y="2031721"/>
          <a:ext cx="3245265" cy="15085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577850">
            <a:lnSpc>
              <a:spcPct val="100000"/>
            </a:lnSpc>
            <a:spcBef>
              <a:spcPct val="0"/>
            </a:spcBef>
            <a:spcAft>
              <a:spcPct val="35000"/>
            </a:spcAft>
            <a:buNone/>
          </a:pPr>
          <a:r>
            <a:rPr lang="en-CA" sz="1300" kern="1200"/>
            <a:t>Much lower infrastructure and maintenance cost.</a:t>
          </a:r>
          <a:endParaRPr lang="en-US" sz="1300" kern="1200"/>
        </a:p>
        <a:p>
          <a:pPr marL="0" lvl="0" indent="0" algn="ctr" defTabSz="577850">
            <a:lnSpc>
              <a:spcPct val="100000"/>
            </a:lnSpc>
            <a:spcBef>
              <a:spcPct val="0"/>
            </a:spcBef>
            <a:spcAft>
              <a:spcPct val="35000"/>
            </a:spcAft>
            <a:buNone/>
          </a:pPr>
          <a:r>
            <a:rPr lang="en-CA" sz="1300" kern="1200" dirty="0"/>
            <a:t>Easy to update: change or add data sources instead of retraining the model.</a:t>
          </a:r>
          <a:endParaRPr lang="en-US" sz="1300" kern="1200" dirty="0"/>
        </a:p>
        <a:p>
          <a:pPr marL="0" lvl="0" indent="0" algn="ctr" defTabSz="577850">
            <a:lnSpc>
              <a:spcPct val="100000"/>
            </a:lnSpc>
            <a:spcBef>
              <a:spcPct val="0"/>
            </a:spcBef>
            <a:spcAft>
              <a:spcPct val="35000"/>
            </a:spcAft>
            <a:buNone/>
          </a:pPr>
          <a:r>
            <a:rPr lang="en-CA" sz="1300" kern="1200"/>
            <a:t>Answers are grounded in our evidence, not the model’s guesses.</a:t>
          </a:r>
          <a:endParaRPr lang="en-US" sz="1300" kern="1200"/>
        </a:p>
      </dsp:txBody>
      <dsp:txXfrm>
        <a:off x="7636018" y="2031721"/>
        <a:ext cx="3245265" cy="150858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1A2A4D-A54C-C84C-A013-FAE6884598E8}">
      <dsp:nvSpPr>
        <dsp:cNvPr id="0" name=""/>
        <dsp:cNvSpPr/>
      </dsp:nvSpPr>
      <dsp:spPr>
        <a:xfrm>
          <a:off x="2087467" y="1974"/>
          <a:ext cx="8349868" cy="866254"/>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2011" tIns="220029" rIns="162011" bIns="220029" numCol="1" spcCol="1270" anchor="ctr" anchorCtr="0">
          <a:noAutofit/>
        </a:bodyPr>
        <a:lstStyle/>
        <a:p>
          <a:pPr marL="0" lvl="0" indent="0" algn="l" defTabSz="622300">
            <a:lnSpc>
              <a:spcPct val="90000"/>
            </a:lnSpc>
            <a:spcBef>
              <a:spcPct val="0"/>
            </a:spcBef>
            <a:spcAft>
              <a:spcPct val="35000"/>
            </a:spcAft>
            <a:buNone/>
          </a:pPr>
          <a:r>
            <a:rPr lang="en-CA" sz="1400" b="1" kern="1200" dirty="0"/>
            <a:t>Amazon </a:t>
          </a:r>
          <a:r>
            <a:rPr lang="en-CA" sz="1400" b="1" kern="1200" dirty="0" err="1"/>
            <a:t>DocumentDB</a:t>
          </a:r>
          <a:r>
            <a:rPr lang="en-CA" sz="1400" kern="1200" dirty="0"/>
            <a:t> – application users, chat history, configuration.</a:t>
          </a:r>
          <a:endParaRPr lang="en-US" sz="1400" kern="1200" dirty="0"/>
        </a:p>
        <a:p>
          <a:pPr marL="0" lvl="0" indent="0" algn="l" defTabSz="622300">
            <a:lnSpc>
              <a:spcPct val="90000"/>
            </a:lnSpc>
            <a:spcBef>
              <a:spcPct val="0"/>
            </a:spcBef>
            <a:spcAft>
              <a:spcPct val="35000"/>
            </a:spcAft>
            <a:buNone/>
          </a:pPr>
          <a:r>
            <a:rPr lang="en-CA" sz="1400" b="1" kern="1200" dirty="0"/>
            <a:t>Amazon RDS for PostgreSQL</a:t>
          </a:r>
          <a:r>
            <a:rPr lang="en-CA" sz="1400" kern="1200" dirty="0"/>
            <a:t> – genetics warehouse: animals, traits, trials, analytics data.</a:t>
          </a:r>
          <a:endParaRPr lang="en-US" sz="1400" kern="1200" dirty="0"/>
        </a:p>
      </dsp:txBody>
      <dsp:txXfrm>
        <a:off x="2087467" y="1974"/>
        <a:ext cx="8349868" cy="866254"/>
      </dsp:txXfrm>
    </dsp:sp>
    <dsp:sp modelId="{DA08F802-2131-FD48-AA52-278759FEE1E3}">
      <dsp:nvSpPr>
        <dsp:cNvPr id="0" name=""/>
        <dsp:cNvSpPr/>
      </dsp:nvSpPr>
      <dsp:spPr>
        <a:xfrm>
          <a:off x="0" y="1974"/>
          <a:ext cx="2087467" cy="866254"/>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62" tIns="85567" rIns="110462" bIns="85567" numCol="1" spcCol="1270" anchor="ctr" anchorCtr="0">
          <a:noAutofit/>
        </a:bodyPr>
        <a:lstStyle/>
        <a:p>
          <a:pPr marL="0" lvl="0" indent="0" algn="ctr" defTabSz="1111250">
            <a:lnSpc>
              <a:spcPct val="90000"/>
            </a:lnSpc>
            <a:spcBef>
              <a:spcPct val="0"/>
            </a:spcBef>
            <a:spcAft>
              <a:spcPct val="35000"/>
            </a:spcAft>
            <a:buNone/>
          </a:pPr>
          <a:r>
            <a:rPr lang="en-CA" sz="2500" b="1" kern="1200"/>
            <a:t>Data &amp; Databases</a:t>
          </a:r>
          <a:endParaRPr lang="en-US" sz="2500" kern="1200"/>
        </a:p>
      </dsp:txBody>
      <dsp:txXfrm>
        <a:off x="0" y="1974"/>
        <a:ext cx="2087467" cy="866254"/>
      </dsp:txXfrm>
    </dsp:sp>
    <dsp:sp modelId="{C837E441-D897-8A49-B876-D1A372F155DC}">
      <dsp:nvSpPr>
        <dsp:cNvPr id="0" name=""/>
        <dsp:cNvSpPr/>
      </dsp:nvSpPr>
      <dsp:spPr>
        <a:xfrm>
          <a:off x="2087467" y="920204"/>
          <a:ext cx="8349868" cy="866254"/>
        </a:xfrm>
        <a:prstGeom prst="rect">
          <a:avLst/>
        </a:prstGeom>
        <a:solidFill>
          <a:schemeClr val="accent5">
            <a:tint val="40000"/>
            <a:alpha val="90000"/>
            <a:hueOff val="2066773"/>
            <a:satOff val="-14735"/>
            <a:lumOff val="-1335"/>
            <a:alphaOff val="0"/>
          </a:schemeClr>
        </a:solidFill>
        <a:ln w="12700" cap="flat" cmpd="sng" algn="ctr">
          <a:solidFill>
            <a:schemeClr val="accent5">
              <a:tint val="40000"/>
              <a:alpha val="90000"/>
              <a:hueOff val="2066773"/>
              <a:satOff val="-14735"/>
              <a:lumOff val="-133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2011" tIns="220029" rIns="162011" bIns="220029" numCol="1" spcCol="1270" anchor="ctr" anchorCtr="0">
          <a:noAutofit/>
        </a:bodyPr>
        <a:lstStyle/>
        <a:p>
          <a:pPr marL="0" lvl="0" indent="0" algn="l" defTabSz="622300">
            <a:lnSpc>
              <a:spcPct val="90000"/>
            </a:lnSpc>
            <a:spcBef>
              <a:spcPct val="0"/>
            </a:spcBef>
            <a:spcAft>
              <a:spcPct val="35000"/>
            </a:spcAft>
            <a:buNone/>
          </a:pPr>
          <a:r>
            <a:rPr lang="en-CA" sz="1400" b="1" kern="1200" dirty="0"/>
            <a:t>Amazon ECS (Fargate)</a:t>
          </a:r>
          <a:r>
            <a:rPr lang="en-CA" sz="1400" kern="1200" dirty="0"/>
            <a:t> – two containerized backends (user‑backend + main‑backend).</a:t>
          </a:r>
          <a:endParaRPr lang="en-US" sz="1400" kern="1200" dirty="0"/>
        </a:p>
        <a:p>
          <a:pPr marL="0" lvl="0" indent="0" algn="l" defTabSz="622300">
            <a:lnSpc>
              <a:spcPct val="90000"/>
            </a:lnSpc>
            <a:spcBef>
              <a:spcPct val="0"/>
            </a:spcBef>
            <a:spcAft>
              <a:spcPct val="35000"/>
            </a:spcAft>
            <a:buNone/>
          </a:pPr>
          <a:r>
            <a:rPr lang="en-CA" sz="1400" b="1" kern="1200" dirty="0"/>
            <a:t>Amazon ECR</a:t>
          </a:r>
          <a:r>
            <a:rPr lang="en-CA" sz="1400" kern="1200" dirty="0"/>
            <a:t> – stores versioned Docker images for those services.</a:t>
          </a:r>
          <a:endParaRPr lang="en-US" sz="1400" kern="1200" dirty="0"/>
        </a:p>
        <a:p>
          <a:pPr marL="0" lvl="0" indent="0" algn="l" defTabSz="622300">
            <a:lnSpc>
              <a:spcPct val="90000"/>
            </a:lnSpc>
            <a:spcBef>
              <a:spcPct val="0"/>
            </a:spcBef>
            <a:spcAft>
              <a:spcPct val="35000"/>
            </a:spcAft>
            <a:buNone/>
          </a:pPr>
          <a:r>
            <a:rPr lang="en-CA" sz="1400" b="1" kern="1200" dirty="0"/>
            <a:t>Amazon EC2</a:t>
          </a:r>
          <a:r>
            <a:rPr lang="en-CA" sz="1400" kern="1200" dirty="0"/>
            <a:t> – used as a secure jump/bastion host to reach </a:t>
          </a:r>
          <a:r>
            <a:rPr lang="en-CA" sz="1400" kern="1200" dirty="0" err="1"/>
            <a:t>DocumentDB</a:t>
          </a:r>
          <a:r>
            <a:rPr lang="en-CA" sz="1400" kern="1200" dirty="0"/>
            <a:t> in a private subnet.</a:t>
          </a:r>
          <a:endParaRPr lang="en-US" sz="1400" kern="1200" dirty="0"/>
        </a:p>
      </dsp:txBody>
      <dsp:txXfrm>
        <a:off x="2087467" y="920204"/>
        <a:ext cx="8349868" cy="866254"/>
      </dsp:txXfrm>
    </dsp:sp>
    <dsp:sp modelId="{76AE4111-BE58-A141-A202-B0B24E4470C5}">
      <dsp:nvSpPr>
        <dsp:cNvPr id="0" name=""/>
        <dsp:cNvSpPr/>
      </dsp:nvSpPr>
      <dsp:spPr>
        <a:xfrm>
          <a:off x="0" y="920204"/>
          <a:ext cx="2087467" cy="866254"/>
        </a:xfrm>
        <a:prstGeom prst="rect">
          <a:avLst/>
        </a:prstGeom>
        <a:solidFill>
          <a:schemeClr val="accent5">
            <a:hueOff val="2252699"/>
            <a:satOff val="-5635"/>
            <a:lumOff val="-6127"/>
            <a:alphaOff val="0"/>
          </a:schemeClr>
        </a:solidFill>
        <a:ln w="12700" cap="flat" cmpd="sng" algn="ctr">
          <a:solidFill>
            <a:schemeClr val="accent5">
              <a:hueOff val="2252699"/>
              <a:satOff val="-5635"/>
              <a:lumOff val="-612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62" tIns="85567" rIns="110462" bIns="85567" numCol="1" spcCol="1270" anchor="ctr" anchorCtr="0">
          <a:noAutofit/>
        </a:bodyPr>
        <a:lstStyle/>
        <a:p>
          <a:pPr marL="0" lvl="0" indent="0" algn="ctr" defTabSz="1111250">
            <a:lnSpc>
              <a:spcPct val="90000"/>
            </a:lnSpc>
            <a:spcBef>
              <a:spcPct val="0"/>
            </a:spcBef>
            <a:spcAft>
              <a:spcPct val="35000"/>
            </a:spcAft>
            <a:buNone/>
          </a:pPr>
          <a:r>
            <a:rPr lang="en-CA" sz="2500" b="1" kern="1200"/>
            <a:t>Compute &amp; Containers</a:t>
          </a:r>
          <a:endParaRPr lang="en-US" sz="2500" kern="1200"/>
        </a:p>
      </dsp:txBody>
      <dsp:txXfrm>
        <a:off x="0" y="920204"/>
        <a:ext cx="2087467" cy="866254"/>
      </dsp:txXfrm>
    </dsp:sp>
    <dsp:sp modelId="{9BF3B043-47CD-B346-9C22-FAA652CD9092}">
      <dsp:nvSpPr>
        <dsp:cNvPr id="0" name=""/>
        <dsp:cNvSpPr/>
      </dsp:nvSpPr>
      <dsp:spPr>
        <a:xfrm>
          <a:off x="2087467" y="1838434"/>
          <a:ext cx="8349868" cy="866254"/>
        </a:xfrm>
        <a:prstGeom prst="rect">
          <a:avLst/>
        </a:prstGeom>
        <a:solidFill>
          <a:schemeClr val="accent5">
            <a:tint val="40000"/>
            <a:alpha val="90000"/>
            <a:hueOff val="4133545"/>
            <a:satOff val="-29471"/>
            <a:lumOff val="-2669"/>
            <a:alphaOff val="0"/>
          </a:schemeClr>
        </a:solidFill>
        <a:ln w="12700" cap="flat" cmpd="sng" algn="ctr">
          <a:solidFill>
            <a:schemeClr val="accent5">
              <a:tint val="40000"/>
              <a:alpha val="90000"/>
              <a:hueOff val="4133545"/>
              <a:satOff val="-29471"/>
              <a:lumOff val="-266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2011" tIns="220029" rIns="162011" bIns="220029" numCol="1" spcCol="1270" anchor="ctr" anchorCtr="0">
          <a:noAutofit/>
        </a:bodyPr>
        <a:lstStyle/>
        <a:p>
          <a:pPr marL="0" lvl="0" indent="0" algn="l" defTabSz="622300">
            <a:lnSpc>
              <a:spcPct val="90000"/>
            </a:lnSpc>
            <a:spcBef>
              <a:spcPct val="0"/>
            </a:spcBef>
            <a:spcAft>
              <a:spcPct val="35000"/>
            </a:spcAft>
            <a:buNone/>
          </a:pPr>
          <a:r>
            <a:rPr lang="en-CA" sz="1400" b="1" kern="1200" dirty="0"/>
            <a:t>Application Load Balancer (ALB)</a:t>
          </a:r>
          <a:r>
            <a:rPr lang="en-CA" sz="1400" kern="1200" dirty="0"/>
            <a:t> – routes HTTPS traffic to the ECS services, handles health checks.</a:t>
          </a:r>
          <a:endParaRPr lang="en-US" sz="1400" kern="1200" dirty="0"/>
        </a:p>
        <a:p>
          <a:pPr marL="0" lvl="0" indent="0" algn="l" defTabSz="622300">
            <a:lnSpc>
              <a:spcPct val="90000"/>
            </a:lnSpc>
            <a:spcBef>
              <a:spcPct val="0"/>
            </a:spcBef>
            <a:spcAft>
              <a:spcPct val="35000"/>
            </a:spcAft>
            <a:buNone/>
          </a:pPr>
          <a:r>
            <a:rPr lang="en-CA" sz="1400" b="1" kern="1200" dirty="0"/>
            <a:t>Elastic IP (EIP)</a:t>
          </a:r>
          <a:r>
            <a:rPr lang="en-CA" sz="1400" kern="1200" dirty="0"/>
            <a:t> – stable public IP for the EC2 jump host.</a:t>
          </a:r>
          <a:endParaRPr lang="en-US" sz="1400" kern="1200" dirty="0"/>
        </a:p>
      </dsp:txBody>
      <dsp:txXfrm>
        <a:off x="2087467" y="1838434"/>
        <a:ext cx="8349868" cy="866254"/>
      </dsp:txXfrm>
    </dsp:sp>
    <dsp:sp modelId="{CB76B6ED-F2C4-E841-B925-6E32775B4089}">
      <dsp:nvSpPr>
        <dsp:cNvPr id="0" name=""/>
        <dsp:cNvSpPr/>
      </dsp:nvSpPr>
      <dsp:spPr>
        <a:xfrm>
          <a:off x="0" y="1838434"/>
          <a:ext cx="2087467" cy="866254"/>
        </a:xfrm>
        <a:prstGeom prst="rect">
          <a:avLst/>
        </a:prstGeom>
        <a:solidFill>
          <a:schemeClr val="accent5">
            <a:hueOff val="4505397"/>
            <a:satOff val="-11270"/>
            <a:lumOff val="-12255"/>
            <a:alphaOff val="0"/>
          </a:schemeClr>
        </a:solidFill>
        <a:ln w="12700" cap="flat" cmpd="sng" algn="ctr">
          <a:solidFill>
            <a:schemeClr val="accent5">
              <a:hueOff val="4505397"/>
              <a:satOff val="-11270"/>
              <a:lumOff val="-1225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62" tIns="85567" rIns="110462" bIns="85567" numCol="1" spcCol="1270" anchor="ctr" anchorCtr="0">
          <a:noAutofit/>
        </a:bodyPr>
        <a:lstStyle/>
        <a:p>
          <a:pPr marL="0" lvl="0" indent="0" algn="ctr" defTabSz="1111250">
            <a:lnSpc>
              <a:spcPct val="90000"/>
            </a:lnSpc>
            <a:spcBef>
              <a:spcPct val="0"/>
            </a:spcBef>
            <a:spcAft>
              <a:spcPct val="35000"/>
            </a:spcAft>
            <a:buNone/>
          </a:pPr>
          <a:r>
            <a:rPr lang="en-CA" sz="2500" b="1" kern="1200"/>
            <a:t>Networking &amp; Access</a:t>
          </a:r>
          <a:endParaRPr lang="en-US" sz="2500" kern="1200"/>
        </a:p>
      </dsp:txBody>
      <dsp:txXfrm>
        <a:off x="0" y="1838434"/>
        <a:ext cx="2087467" cy="866254"/>
      </dsp:txXfrm>
    </dsp:sp>
    <dsp:sp modelId="{04068921-B7CC-E84C-949B-62DA03D3B1FB}">
      <dsp:nvSpPr>
        <dsp:cNvPr id="0" name=""/>
        <dsp:cNvSpPr/>
      </dsp:nvSpPr>
      <dsp:spPr>
        <a:xfrm>
          <a:off x="2087467" y="2756664"/>
          <a:ext cx="8349868" cy="866254"/>
        </a:xfrm>
        <a:prstGeom prst="rect">
          <a:avLst/>
        </a:prstGeom>
        <a:solidFill>
          <a:schemeClr val="accent5">
            <a:tint val="40000"/>
            <a:alpha val="90000"/>
            <a:hueOff val="6200317"/>
            <a:satOff val="-44206"/>
            <a:lumOff val="-4004"/>
            <a:alphaOff val="0"/>
          </a:schemeClr>
        </a:solidFill>
        <a:ln w="12700" cap="flat" cmpd="sng" algn="ctr">
          <a:solidFill>
            <a:schemeClr val="accent5">
              <a:tint val="40000"/>
              <a:alpha val="90000"/>
              <a:hueOff val="6200317"/>
              <a:satOff val="-44206"/>
              <a:lumOff val="-4004"/>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2011" tIns="220029" rIns="162011" bIns="220029" numCol="1" spcCol="1270" anchor="ctr" anchorCtr="0">
          <a:noAutofit/>
        </a:bodyPr>
        <a:lstStyle/>
        <a:p>
          <a:pPr marL="0" lvl="0" indent="0" algn="l" defTabSz="622300">
            <a:lnSpc>
              <a:spcPct val="90000"/>
            </a:lnSpc>
            <a:spcBef>
              <a:spcPct val="0"/>
            </a:spcBef>
            <a:spcAft>
              <a:spcPct val="35000"/>
            </a:spcAft>
            <a:buNone/>
          </a:pPr>
          <a:r>
            <a:rPr lang="en-CA" sz="1400" b="1" kern="1200" dirty="0"/>
            <a:t>Amazon CloudFront</a:t>
          </a:r>
          <a:r>
            <a:rPr lang="en-CA" sz="1400" kern="1200" dirty="0"/>
            <a:t> – global edge layer for HTTPS, caching, and SSL termination for the frontend / API domain.</a:t>
          </a:r>
          <a:endParaRPr lang="en-US" sz="1400" kern="1200" dirty="0"/>
        </a:p>
      </dsp:txBody>
      <dsp:txXfrm>
        <a:off x="2087467" y="2756664"/>
        <a:ext cx="8349868" cy="866254"/>
      </dsp:txXfrm>
    </dsp:sp>
    <dsp:sp modelId="{ED520EE9-E3A3-3042-B10A-A1A12C0BB901}">
      <dsp:nvSpPr>
        <dsp:cNvPr id="0" name=""/>
        <dsp:cNvSpPr/>
      </dsp:nvSpPr>
      <dsp:spPr>
        <a:xfrm>
          <a:off x="0" y="2756664"/>
          <a:ext cx="2087467" cy="866254"/>
        </a:xfrm>
        <a:prstGeom prst="rect">
          <a:avLst/>
        </a:prstGeom>
        <a:solidFill>
          <a:schemeClr val="accent5">
            <a:hueOff val="6758096"/>
            <a:satOff val="-16904"/>
            <a:lumOff val="-18382"/>
            <a:alphaOff val="0"/>
          </a:schemeClr>
        </a:solidFill>
        <a:ln w="12700" cap="flat" cmpd="sng" algn="ctr">
          <a:solidFill>
            <a:schemeClr val="accent5">
              <a:hueOff val="6758096"/>
              <a:satOff val="-16904"/>
              <a:lumOff val="-1838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62" tIns="85567" rIns="110462" bIns="85567" numCol="1" spcCol="1270" anchor="ctr" anchorCtr="0">
          <a:noAutofit/>
        </a:bodyPr>
        <a:lstStyle/>
        <a:p>
          <a:pPr marL="0" lvl="0" indent="0" algn="ctr" defTabSz="1111250">
            <a:lnSpc>
              <a:spcPct val="90000"/>
            </a:lnSpc>
            <a:spcBef>
              <a:spcPct val="0"/>
            </a:spcBef>
            <a:spcAft>
              <a:spcPct val="35000"/>
            </a:spcAft>
            <a:buNone/>
          </a:pPr>
          <a:r>
            <a:rPr lang="en-CA" sz="2500" b="1" kern="1200"/>
            <a:t>Edge, DNS &amp; Security</a:t>
          </a:r>
          <a:endParaRPr lang="en-US" sz="2500" kern="1200"/>
        </a:p>
      </dsp:txBody>
      <dsp:txXfrm>
        <a:off x="0" y="2756664"/>
        <a:ext cx="2087467" cy="866254"/>
      </dsp:txXfrm>
    </dsp:sp>
    <dsp:sp modelId="{A5C9077A-8FA4-BF40-97A3-BF8E250DD4F8}">
      <dsp:nvSpPr>
        <dsp:cNvPr id="0" name=""/>
        <dsp:cNvSpPr/>
      </dsp:nvSpPr>
      <dsp:spPr>
        <a:xfrm>
          <a:off x="2087467" y="3674894"/>
          <a:ext cx="8349868" cy="866254"/>
        </a:xfrm>
        <a:prstGeom prst="rect">
          <a:avLst/>
        </a:prstGeom>
        <a:solidFill>
          <a:schemeClr val="accent5">
            <a:tint val="40000"/>
            <a:alpha val="90000"/>
            <a:hueOff val="8267090"/>
            <a:satOff val="-58942"/>
            <a:lumOff val="-5339"/>
            <a:alphaOff val="0"/>
          </a:schemeClr>
        </a:solidFill>
        <a:ln w="12700" cap="flat" cmpd="sng" algn="ctr">
          <a:solidFill>
            <a:schemeClr val="accent5">
              <a:tint val="40000"/>
              <a:alpha val="90000"/>
              <a:hueOff val="8267090"/>
              <a:satOff val="-58942"/>
              <a:lumOff val="-5339"/>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62011" tIns="220029" rIns="162011" bIns="220029" numCol="1" spcCol="1270" anchor="ctr" anchorCtr="0">
          <a:noAutofit/>
        </a:bodyPr>
        <a:lstStyle/>
        <a:p>
          <a:pPr marL="0" lvl="0" indent="0" algn="l" defTabSz="622300">
            <a:lnSpc>
              <a:spcPct val="90000"/>
            </a:lnSpc>
            <a:spcBef>
              <a:spcPct val="0"/>
            </a:spcBef>
            <a:spcAft>
              <a:spcPct val="35000"/>
            </a:spcAft>
            <a:buNone/>
          </a:pPr>
          <a:r>
            <a:rPr lang="en-CA" sz="1400" b="1" kern="1200" dirty="0"/>
            <a:t>AWS Copilot CLI + CloudFormation</a:t>
          </a:r>
          <a:r>
            <a:rPr lang="en-CA" sz="1400" kern="1200" dirty="0"/>
            <a:t> – define and deploy ECS services, load balancers, and environments as code.</a:t>
          </a:r>
          <a:endParaRPr lang="en-US" sz="1400" kern="1200" dirty="0"/>
        </a:p>
        <a:p>
          <a:pPr marL="0" lvl="0" indent="0" algn="l" defTabSz="622300">
            <a:lnSpc>
              <a:spcPct val="90000"/>
            </a:lnSpc>
            <a:spcBef>
              <a:spcPct val="0"/>
            </a:spcBef>
            <a:spcAft>
              <a:spcPct val="35000"/>
            </a:spcAft>
            <a:buNone/>
          </a:pPr>
          <a:r>
            <a:rPr lang="en-CA" sz="1400" b="1" kern="1200" dirty="0"/>
            <a:t>AWS CLI</a:t>
          </a:r>
          <a:r>
            <a:rPr lang="en-CA" sz="1400" kern="1200" dirty="0"/>
            <a:t> – scripting, troubleshooting, and ad‑hoc operations from the terminal.</a:t>
          </a:r>
          <a:endParaRPr lang="en-US" sz="1400" kern="1200" dirty="0"/>
        </a:p>
      </dsp:txBody>
      <dsp:txXfrm>
        <a:off x="2087467" y="3674894"/>
        <a:ext cx="8349868" cy="866254"/>
      </dsp:txXfrm>
    </dsp:sp>
    <dsp:sp modelId="{6A976F5E-3281-504E-9163-C0AC3C8BD348}">
      <dsp:nvSpPr>
        <dsp:cNvPr id="0" name=""/>
        <dsp:cNvSpPr/>
      </dsp:nvSpPr>
      <dsp:spPr>
        <a:xfrm>
          <a:off x="0" y="3674894"/>
          <a:ext cx="2087467" cy="866254"/>
        </a:xfrm>
        <a:prstGeom prst="rect">
          <a:avLst/>
        </a:prstGeom>
        <a:solidFill>
          <a:schemeClr val="accent5">
            <a:hueOff val="9010794"/>
            <a:satOff val="-22539"/>
            <a:lumOff val="-24510"/>
            <a:alphaOff val="0"/>
          </a:schemeClr>
        </a:solidFill>
        <a:ln w="12700" cap="flat" cmpd="sng" algn="ctr">
          <a:solidFill>
            <a:schemeClr val="accent5">
              <a:hueOff val="9010794"/>
              <a:satOff val="-22539"/>
              <a:lumOff val="-2451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62" tIns="85567" rIns="110462" bIns="85567" numCol="1" spcCol="1270" anchor="ctr" anchorCtr="0">
          <a:noAutofit/>
        </a:bodyPr>
        <a:lstStyle/>
        <a:p>
          <a:pPr marL="0" lvl="0" indent="0" algn="ctr" defTabSz="1111250">
            <a:lnSpc>
              <a:spcPct val="90000"/>
            </a:lnSpc>
            <a:spcBef>
              <a:spcPct val="0"/>
            </a:spcBef>
            <a:spcAft>
              <a:spcPct val="35000"/>
            </a:spcAft>
            <a:buNone/>
          </a:pPr>
          <a:r>
            <a:rPr lang="en-CA" sz="2500" b="1" kern="1200"/>
            <a:t>Deployment &amp; Operations</a:t>
          </a:r>
          <a:endParaRPr lang="en-US" sz="2500" kern="1200"/>
        </a:p>
      </dsp:txBody>
      <dsp:txXfrm>
        <a:off x="0" y="3674894"/>
        <a:ext cx="2087467" cy="86625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5DD7D8C-6F26-224D-831D-DA880A8049B3}">
      <dsp:nvSpPr>
        <dsp:cNvPr id="0" name=""/>
        <dsp:cNvSpPr/>
      </dsp:nvSpPr>
      <dsp:spPr>
        <a:xfrm>
          <a:off x="0" y="244160"/>
          <a:ext cx="7216416" cy="503685"/>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CA" sz="2100" b="1" kern="1200"/>
            <a:t>Natural‑language data access</a:t>
          </a:r>
          <a:endParaRPr lang="en-US" sz="2100" kern="1200"/>
        </a:p>
      </dsp:txBody>
      <dsp:txXfrm>
        <a:off x="24588" y="268748"/>
        <a:ext cx="7167240" cy="454509"/>
      </dsp:txXfrm>
    </dsp:sp>
    <dsp:sp modelId="{5EBBF166-4CCA-6549-ADD5-36E483FA5B45}">
      <dsp:nvSpPr>
        <dsp:cNvPr id="0" name=""/>
        <dsp:cNvSpPr/>
      </dsp:nvSpPr>
      <dsp:spPr>
        <a:xfrm>
          <a:off x="0" y="747845"/>
          <a:ext cx="7216416" cy="7607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9121"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CA" sz="1600" kern="1200"/>
            <a:t>Ask questions like “Count animals by sex” or “Top 10 breeds by growth” in plain English.</a:t>
          </a:r>
          <a:endParaRPr lang="en-US" sz="1600" kern="1200"/>
        </a:p>
        <a:p>
          <a:pPr marL="171450" lvl="1" indent="-171450" algn="l" defTabSz="711200">
            <a:lnSpc>
              <a:spcPct val="90000"/>
            </a:lnSpc>
            <a:spcBef>
              <a:spcPct val="0"/>
            </a:spcBef>
            <a:spcAft>
              <a:spcPct val="20000"/>
            </a:spcAft>
            <a:buChar char="•"/>
          </a:pPr>
          <a:r>
            <a:rPr lang="en-CA" sz="1600" kern="1200" dirty="0" err="1"/>
            <a:t>LangChain</a:t>
          </a:r>
          <a:r>
            <a:rPr lang="en-CA" sz="1600" kern="1200" dirty="0"/>
            <a:t> SQL agent translates to safe SQL and returns structured tables.</a:t>
          </a:r>
          <a:endParaRPr lang="en-US" sz="1600" kern="1200" dirty="0"/>
        </a:p>
      </dsp:txBody>
      <dsp:txXfrm>
        <a:off x="0" y="747845"/>
        <a:ext cx="7216416" cy="760725"/>
      </dsp:txXfrm>
    </dsp:sp>
    <dsp:sp modelId="{0B50DD8C-1E56-3F40-B7C1-FD1B2BDEF3D6}">
      <dsp:nvSpPr>
        <dsp:cNvPr id="0" name=""/>
        <dsp:cNvSpPr/>
      </dsp:nvSpPr>
      <dsp:spPr>
        <a:xfrm>
          <a:off x="0" y="1508570"/>
          <a:ext cx="7216416" cy="503685"/>
        </a:xfrm>
        <a:prstGeom prst="roundRect">
          <a:avLst/>
        </a:prstGeom>
        <a:solidFill>
          <a:schemeClr val="accent2">
            <a:hueOff val="2357366"/>
            <a:satOff val="-8879"/>
            <a:lumOff val="7451"/>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CA" sz="2100" b="1" kern="1200"/>
            <a:t>Data‑aware analysis &amp; visualization</a:t>
          </a:r>
          <a:endParaRPr lang="en-US" sz="2100" kern="1200"/>
        </a:p>
      </dsp:txBody>
      <dsp:txXfrm>
        <a:off x="24588" y="1533158"/>
        <a:ext cx="7167240" cy="454509"/>
      </dsp:txXfrm>
    </dsp:sp>
    <dsp:sp modelId="{B3DBA563-E92E-9C4F-B40D-287A2DE848F5}">
      <dsp:nvSpPr>
        <dsp:cNvPr id="0" name=""/>
        <dsp:cNvSpPr/>
      </dsp:nvSpPr>
      <dsp:spPr>
        <a:xfrm>
          <a:off x="0" y="2012255"/>
          <a:ext cx="7216416" cy="5433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9121"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CA" sz="1600" kern="1200" dirty="0"/>
            <a:t>Summaries that understand the table content (not just echoing rows).</a:t>
          </a:r>
          <a:endParaRPr lang="en-US" sz="1600" kern="1200" dirty="0"/>
        </a:p>
        <a:p>
          <a:pPr marL="171450" lvl="1" indent="-171450" algn="l" defTabSz="711200">
            <a:lnSpc>
              <a:spcPct val="90000"/>
            </a:lnSpc>
            <a:spcBef>
              <a:spcPct val="0"/>
            </a:spcBef>
            <a:spcAft>
              <a:spcPct val="20000"/>
            </a:spcAft>
            <a:buChar char="•"/>
          </a:pPr>
          <a:r>
            <a:rPr lang="en-CA" sz="1600" kern="1200"/>
            <a:t>Interactive Plotly charts: trends, distributions, PCA, GWAS plots, etc.</a:t>
          </a:r>
          <a:endParaRPr lang="en-US" sz="1600" kern="1200"/>
        </a:p>
      </dsp:txBody>
      <dsp:txXfrm>
        <a:off x="0" y="2012255"/>
        <a:ext cx="7216416" cy="543375"/>
      </dsp:txXfrm>
    </dsp:sp>
    <dsp:sp modelId="{0A70B3EF-5C95-794E-98DF-1D81C0352820}">
      <dsp:nvSpPr>
        <dsp:cNvPr id="0" name=""/>
        <dsp:cNvSpPr/>
      </dsp:nvSpPr>
      <dsp:spPr>
        <a:xfrm>
          <a:off x="0" y="2555630"/>
          <a:ext cx="7216416" cy="503685"/>
        </a:xfrm>
        <a:prstGeom prst="roundRect">
          <a:avLst/>
        </a:prstGeom>
        <a:solidFill>
          <a:schemeClr val="accent2">
            <a:hueOff val="4714731"/>
            <a:satOff val="-17759"/>
            <a:lumOff val="14902"/>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CA" sz="2100" b="1" kern="1200"/>
            <a:t>Built‑in statistical tooling</a:t>
          </a:r>
          <a:endParaRPr lang="en-US" sz="2100" kern="1200"/>
        </a:p>
      </dsp:txBody>
      <dsp:txXfrm>
        <a:off x="24588" y="2580218"/>
        <a:ext cx="7167240" cy="454509"/>
      </dsp:txXfrm>
    </dsp:sp>
    <dsp:sp modelId="{42CE6A36-4635-5A48-AA15-33F806C271A3}">
      <dsp:nvSpPr>
        <dsp:cNvPr id="0" name=""/>
        <dsp:cNvSpPr/>
      </dsp:nvSpPr>
      <dsp:spPr>
        <a:xfrm>
          <a:off x="0" y="3059315"/>
          <a:ext cx="7216416" cy="5433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9121"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CA" sz="1600" kern="1200"/>
            <a:t>Regression, random forest, and Q‑Q plots available as tools behind /chat.</a:t>
          </a:r>
          <a:endParaRPr lang="en-US" sz="1600" kern="1200"/>
        </a:p>
        <a:p>
          <a:pPr marL="171450" lvl="1" indent="-171450" algn="l" defTabSz="711200">
            <a:lnSpc>
              <a:spcPct val="90000"/>
            </a:lnSpc>
            <a:spcBef>
              <a:spcPct val="0"/>
            </a:spcBef>
            <a:spcAft>
              <a:spcPct val="20000"/>
            </a:spcAft>
            <a:buChar char="•"/>
          </a:pPr>
          <a:r>
            <a:rPr lang="en-CA" sz="1600" kern="1200"/>
            <a:t>Results come back as explanations plus charts you can inspect and reuse.</a:t>
          </a:r>
          <a:endParaRPr lang="en-US" sz="1600" kern="1200"/>
        </a:p>
      </dsp:txBody>
      <dsp:txXfrm>
        <a:off x="0" y="3059315"/>
        <a:ext cx="7216416" cy="543375"/>
      </dsp:txXfrm>
    </dsp:sp>
    <dsp:sp modelId="{0E87781A-B989-0C4E-8CE6-2C7C064FF73F}">
      <dsp:nvSpPr>
        <dsp:cNvPr id="0" name=""/>
        <dsp:cNvSpPr/>
      </dsp:nvSpPr>
      <dsp:spPr>
        <a:xfrm>
          <a:off x="0" y="3602690"/>
          <a:ext cx="7216416" cy="503685"/>
        </a:xfrm>
        <a:prstGeom prst="roundRect">
          <a:avLst/>
        </a:prstGeom>
        <a:solidFill>
          <a:schemeClr val="accent2">
            <a:hueOff val="7072097"/>
            <a:satOff val="-26638"/>
            <a:lumOff val="2235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CA" sz="2100" b="1" kern="1200"/>
            <a:t>Research &amp; code integration</a:t>
          </a:r>
          <a:endParaRPr lang="en-US" sz="2100" kern="1200"/>
        </a:p>
      </dsp:txBody>
      <dsp:txXfrm>
        <a:off x="24588" y="3627278"/>
        <a:ext cx="7167240" cy="454509"/>
      </dsp:txXfrm>
    </dsp:sp>
    <dsp:sp modelId="{D63F6689-B391-8547-BB9C-FAB1610AB0AC}">
      <dsp:nvSpPr>
        <dsp:cNvPr id="0" name=""/>
        <dsp:cNvSpPr/>
      </dsp:nvSpPr>
      <dsp:spPr>
        <a:xfrm>
          <a:off x="0" y="4106375"/>
          <a:ext cx="7216416" cy="7607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29121" tIns="26670" rIns="149352" bIns="26670" numCol="1" spcCol="1270" anchor="t" anchorCtr="0">
          <a:noAutofit/>
        </a:bodyPr>
        <a:lstStyle/>
        <a:p>
          <a:pPr marL="171450" lvl="1" indent="-171450" algn="l" defTabSz="711200">
            <a:lnSpc>
              <a:spcPct val="90000"/>
            </a:lnSpc>
            <a:spcBef>
              <a:spcPct val="0"/>
            </a:spcBef>
            <a:spcAft>
              <a:spcPct val="20000"/>
            </a:spcAft>
            <a:buChar char="•"/>
          </a:pPr>
          <a:r>
            <a:rPr lang="en-CA" sz="1600" kern="1200"/>
            <a:t>RAG over scientific literature (e.g., arXiv and journal sources) for research‑style queries.</a:t>
          </a:r>
          <a:endParaRPr lang="en-US" sz="1600" kern="1200"/>
        </a:p>
        <a:p>
          <a:pPr marL="171450" lvl="1" indent="-171450" algn="l" defTabSz="711200">
            <a:lnSpc>
              <a:spcPct val="90000"/>
            </a:lnSpc>
            <a:spcBef>
              <a:spcPct val="0"/>
            </a:spcBef>
            <a:spcAft>
              <a:spcPct val="20000"/>
            </a:spcAft>
            <a:buChar char="•"/>
          </a:pPr>
          <a:r>
            <a:rPr lang="en-CA" sz="1600" kern="1200"/>
            <a:t>Copyable code snippets with syntax highlighting for reproducing analyses.</a:t>
          </a:r>
          <a:endParaRPr lang="en-US" sz="1600" kern="1200"/>
        </a:p>
      </dsp:txBody>
      <dsp:txXfrm>
        <a:off x="0" y="4106375"/>
        <a:ext cx="7216416" cy="760725"/>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DF64EE2-7A08-384B-A0A9-7538C181CDD1}">
      <dsp:nvSpPr>
        <dsp:cNvPr id="0" name=""/>
        <dsp:cNvSpPr/>
      </dsp:nvSpPr>
      <dsp:spPr>
        <a:xfrm>
          <a:off x="0" y="85429"/>
          <a:ext cx="10890928" cy="4504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CA" sz="1900" b="1" kern="1200" dirty="0"/>
            <a:t>Decision support in plain language</a:t>
          </a:r>
          <a:endParaRPr lang="en-US" sz="1900" kern="1200" dirty="0"/>
        </a:p>
      </dsp:txBody>
      <dsp:txXfrm>
        <a:off x="21989" y="107418"/>
        <a:ext cx="10846950" cy="406472"/>
      </dsp:txXfrm>
    </dsp:sp>
    <dsp:sp modelId="{D6ACF662-61F6-0E4A-AB8A-BF0E13E03A55}">
      <dsp:nvSpPr>
        <dsp:cNvPr id="0" name=""/>
        <dsp:cNvSpPr/>
      </dsp:nvSpPr>
      <dsp:spPr>
        <a:xfrm>
          <a:off x="0" y="535879"/>
          <a:ext cx="10890928" cy="580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5787"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CA" sz="1700" kern="1200"/>
            <a:t>Explains complex genetic and production metrics in farmer‑friendly terms.</a:t>
          </a:r>
          <a:endParaRPr lang="en-US" sz="1700" kern="1200"/>
        </a:p>
        <a:p>
          <a:pPr marL="171450" lvl="1" indent="-171450" algn="l" defTabSz="755650">
            <a:lnSpc>
              <a:spcPct val="90000"/>
            </a:lnSpc>
            <a:spcBef>
              <a:spcPct val="0"/>
            </a:spcBef>
            <a:spcAft>
              <a:spcPct val="20000"/>
            </a:spcAft>
            <a:buChar char="•"/>
          </a:pPr>
          <a:r>
            <a:rPr lang="en-CA" sz="1700" kern="1200"/>
            <a:t>Guides breeding, culling, and health decisions with clear “next‑step” suggestions.</a:t>
          </a:r>
          <a:endParaRPr lang="en-US" sz="1700" kern="1200"/>
        </a:p>
      </dsp:txBody>
      <dsp:txXfrm>
        <a:off x="0" y="535879"/>
        <a:ext cx="10890928" cy="580635"/>
      </dsp:txXfrm>
    </dsp:sp>
    <dsp:sp modelId="{E04253CC-B973-7046-9FE7-9CB0F94D6855}">
      <dsp:nvSpPr>
        <dsp:cNvPr id="0" name=""/>
        <dsp:cNvSpPr/>
      </dsp:nvSpPr>
      <dsp:spPr>
        <a:xfrm>
          <a:off x="0" y="1116514"/>
          <a:ext cx="10890928" cy="4504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CA" sz="1900" b="1" kern="1200" dirty="0"/>
            <a:t>Data &amp; visualization from their own herd</a:t>
          </a:r>
          <a:endParaRPr lang="en-US" sz="1900" kern="1200" dirty="0"/>
        </a:p>
      </dsp:txBody>
      <dsp:txXfrm>
        <a:off x="21989" y="1138503"/>
        <a:ext cx="10846950" cy="406472"/>
      </dsp:txXfrm>
    </dsp:sp>
    <dsp:sp modelId="{57253AA3-B1AF-714A-AD8C-A7181B6FD9FF}">
      <dsp:nvSpPr>
        <dsp:cNvPr id="0" name=""/>
        <dsp:cNvSpPr/>
      </dsp:nvSpPr>
      <dsp:spPr>
        <a:xfrm>
          <a:off x="0" y="1566964"/>
          <a:ext cx="10890928" cy="5806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5787"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CA" sz="1700" kern="1200"/>
            <a:t>Turns raw records into charts: milk yield, growth, fertility, culls, disease events.</a:t>
          </a:r>
          <a:endParaRPr lang="en-US" sz="1700" kern="1200"/>
        </a:p>
        <a:p>
          <a:pPr marL="171450" lvl="1" indent="-171450" algn="l" defTabSz="755650">
            <a:lnSpc>
              <a:spcPct val="90000"/>
            </a:lnSpc>
            <a:spcBef>
              <a:spcPct val="0"/>
            </a:spcBef>
            <a:spcAft>
              <a:spcPct val="20000"/>
            </a:spcAft>
            <a:buChar char="•"/>
          </a:pPr>
          <a:r>
            <a:rPr lang="en-CA" sz="1700" kern="1200"/>
            <a:t>Highlights outliers and risk animals instead of just listing numbers.</a:t>
          </a:r>
          <a:endParaRPr lang="en-US" sz="1700" kern="1200"/>
        </a:p>
      </dsp:txBody>
      <dsp:txXfrm>
        <a:off x="0" y="1566964"/>
        <a:ext cx="10890928" cy="580635"/>
      </dsp:txXfrm>
    </dsp:sp>
    <dsp:sp modelId="{F2C4F390-DAC8-5C4F-B9E9-E44EA94901FF}">
      <dsp:nvSpPr>
        <dsp:cNvPr id="0" name=""/>
        <dsp:cNvSpPr/>
      </dsp:nvSpPr>
      <dsp:spPr>
        <a:xfrm>
          <a:off x="0" y="2147599"/>
          <a:ext cx="10890928" cy="45045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CA" sz="1900" b="1" kern="1200" dirty="0"/>
            <a:t>Examples of “hard” questions Emilia can handle</a:t>
          </a:r>
          <a:endParaRPr lang="en-US" sz="1900" kern="1200" dirty="0"/>
        </a:p>
      </dsp:txBody>
      <dsp:txXfrm>
        <a:off x="21989" y="2169588"/>
        <a:ext cx="10846950" cy="406472"/>
      </dsp:txXfrm>
    </dsp:sp>
    <dsp:sp modelId="{2C79B41E-9D95-704E-A376-D0BE19ECADDF}">
      <dsp:nvSpPr>
        <dsp:cNvPr id="0" name=""/>
        <dsp:cNvSpPr/>
      </dsp:nvSpPr>
      <dsp:spPr>
        <a:xfrm>
          <a:off x="0" y="2598049"/>
          <a:ext cx="10890928" cy="13889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5787"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CA" sz="1700" kern="1200"/>
            <a:t>“Show me a simple graph of test‑day milk weight for each cow over the last 6 months and highlight any animals below herd average.”</a:t>
          </a:r>
          <a:endParaRPr lang="en-US" sz="1700" kern="1200"/>
        </a:p>
        <a:p>
          <a:pPr marL="171450" lvl="1" indent="-171450" algn="l" defTabSz="755650">
            <a:lnSpc>
              <a:spcPct val="90000"/>
            </a:lnSpc>
            <a:spcBef>
              <a:spcPct val="0"/>
            </a:spcBef>
            <a:spcAft>
              <a:spcPct val="20000"/>
            </a:spcAft>
            <a:buChar char="•"/>
          </a:pPr>
          <a:r>
            <a:rPr lang="en-CA" sz="1700" kern="1200"/>
            <a:t>“Based on my herd and current proofs, which sires are best for improving fertility in these heifers?”</a:t>
          </a:r>
          <a:endParaRPr lang="en-US" sz="1700" kern="1200"/>
        </a:p>
        <a:p>
          <a:pPr marL="171450" lvl="1" indent="-171450" algn="l" defTabSz="755650">
            <a:lnSpc>
              <a:spcPct val="90000"/>
            </a:lnSpc>
            <a:spcBef>
              <a:spcPct val="0"/>
            </a:spcBef>
            <a:spcAft>
              <a:spcPct val="20000"/>
            </a:spcAft>
            <a:buChar char="•"/>
          </a:pPr>
          <a:r>
            <a:rPr lang="en-CA" sz="1700" kern="1200" dirty="0"/>
            <a:t>“Given this health and insemination history, when is the best window for artificial insemination for animal X?”</a:t>
          </a:r>
          <a:endParaRPr lang="en-US" sz="1700" kern="1200" dirty="0"/>
        </a:p>
        <a:p>
          <a:pPr marL="171450" lvl="1" indent="-171450" algn="l" defTabSz="755650">
            <a:lnSpc>
              <a:spcPct val="90000"/>
            </a:lnSpc>
            <a:spcBef>
              <a:spcPct val="0"/>
            </a:spcBef>
            <a:spcAft>
              <a:spcPct val="20000"/>
            </a:spcAft>
            <a:buChar char="•"/>
          </a:pPr>
          <a:r>
            <a:rPr lang="en-CA" sz="1700" kern="1200"/>
            <a:t>“Compare performance of animals on pasture vs TMR in my farm and show it as a chart.”</a:t>
          </a:r>
          <a:endParaRPr lang="en-US" sz="1700" kern="1200"/>
        </a:p>
      </dsp:txBody>
      <dsp:txXfrm>
        <a:off x="0" y="2598049"/>
        <a:ext cx="10890928" cy="1388970"/>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21D28C0-913F-4148-8705-659FC09890DD}">
      <dsp:nvSpPr>
        <dsp:cNvPr id="0" name=""/>
        <dsp:cNvSpPr/>
      </dsp:nvSpPr>
      <dsp:spPr>
        <a:xfrm>
          <a:off x="0" y="221640"/>
          <a:ext cx="10890928" cy="45571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CA" sz="1900" b="1" kern="1200" dirty="0"/>
            <a:t>Faster analysis on internal genetic data</a:t>
          </a:r>
          <a:endParaRPr lang="en-US" sz="1900" kern="1200" dirty="0"/>
        </a:p>
      </dsp:txBody>
      <dsp:txXfrm>
        <a:off x="22246" y="243886"/>
        <a:ext cx="10846436" cy="411223"/>
      </dsp:txXfrm>
    </dsp:sp>
    <dsp:sp modelId="{F767647A-8F56-3347-A06C-8096B3FB97CC}">
      <dsp:nvSpPr>
        <dsp:cNvPr id="0" name=""/>
        <dsp:cNvSpPr/>
      </dsp:nvSpPr>
      <dsp:spPr>
        <a:xfrm>
          <a:off x="0" y="677355"/>
          <a:ext cx="10890928" cy="5112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5787"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CA" sz="1500" kern="1200" dirty="0"/>
            <a:t>Natural‑language access to complex schemas (traits, SNPs, proofs, trials).</a:t>
          </a:r>
          <a:endParaRPr lang="en-US" sz="1500" kern="1200" dirty="0"/>
        </a:p>
        <a:p>
          <a:pPr marL="114300" lvl="1" indent="-114300" algn="l" defTabSz="666750">
            <a:lnSpc>
              <a:spcPct val="90000"/>
            </a:lnSpc>
            <a:spcBef>
              <a:spcPct val="0"/>
            </a:spcBef>
            <a:spcAft>
              <a:spcPct val="20000"/>
            </a:spcAft>
            <a:buChar char="•"/>
          </a:pPr>
          <a:r>
            <a:rPr lang="en-CA" sz="1500" kern="1200" dirty="0"/>
            <a:t>Auto‑generated tables and charts: PCA, Manhattan plots, distributions, time series.</a:t>
          </a:r>
          <a:endParaRPr lang="en-US" sz="1500" kern="1200" dirty="0"/>
        </a:p>
      </dsp:txBody>
      <dsp:txXfrm>
        <a:off x="0" y="677355"/>
        <a:ext cx="10890928" cy="511290"/>
      </dsp:txXfrm>
    </dsp:sp>
    <dsp:sp modelId="{F032C17F-3D35-CF41-BE28-D674228BFB6F}">
      <dsp:nvSpPr>
        <dsp:cNvPr id="0" name=""/>
        <dsp:cNvSpPr/>
      </dsp:nvSpPr>
      <dsp:spPr>
        <a:xfrm>
          <a:off x="0" y="1188645"/>
          <a:ext cx="10890928" cy="45571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CA" sz="1900" b="1" kern="1200" dirty="0"/>
            <a:t>Context‑aware literature &amp; RAG</a:t>
          </a:r>
          <a:endParaRPr lang="en-US" sz="1900" kern="1200" dirty="0"/>
        </a:p>
      </dsp:txBody>
      <dsp:txXfrm>
        <a:off x="22246" y="1210891"/>
        <a:ext cx="10846436" cy="411223"/>
      </dsp:txXfrm>
    </dsp:sp>
    <dsp:sp modelId="{5A3497D5-9A95-0049-9C2B-B4F6637EACB5}">
      <dsp:nvSpPr>
        <dsp:cNvPr id="0" name=""/>
        <dsp:cNvSpPr/>
      </dsp:nvSpPr>
      <dsp:spPr>
        <a:xfrm>
          <a:off x="0" y="1644360"/>
          <a:ext cx="10890928" cy="5112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5787"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CA" sz="1500" kern="1200"/>
            <a:t>Hybrid RAG over Chroma + real‑time journal APIs (PubMed, OpenAlex, Nature, etc.).</a:t>
          </a:r>
          <a:endParaRPr lang="en-US" sz="1500" kern="1200"/>
        </a:p>
        <a:p>
          <a:pPr marL="114300" lvl="1" indent="-114300" algn="l" defTabSz="666750">
            <a:lnSpc>
              <a:spcPct val="90000"/>
            </a:lnSpc>
            <a:spcBef>
              <a:spcPct val="0"/>
            </a:spcBef>
            <a:spcAft>
              <a:spcPct val="20000"/>
            </a:spcAft>
            <a:buChar char="•"/>
          </a:pPr>
          <a:r>
            <a:rPr lang="en-CA" sz="1500" kern="1200"/>
            <a:t>Merges internal results with external papers in one coherent answer.</a:t>
          </a:r>
          <a:endParaRPr lang="en-US" sz="1500" kern="1200"/>
        </a:p>
      </dsp:txBody>
      <dsp:txXfrm>
        <a:off x="0" y="1644360"/>
        <a:ext cx="10890928" cy="511290"/>
      </dsp:txXfrm>
    </dsp:sp>
    <dsp:sp modelId="{8B8CB447-961F-D44D-A2E0-E3359E7A1A78}">
      <dsp:nvSpPr>
        <dsp:cNvPr id="0" name=""/>
        <dsp:cNvSpPr/>
      </dsp:nvSpPr>
      <dsp:spPr>
        <a:xfrm>
          <a:off x="0" y="2155650"/>
          <a:ext cx="10890928" cy="455715"/>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l" defTabSz="844550">
            <a:lnSpc>
              <a:spcPct val="90000"/>
            </a:lnSpc>
            <a:spcBef>
              <a:spcPct val="0"/>
            </a:spcBef>
            <a:spcAft>
              <a:spcPct val="35000"/>
            </a:spcAft>
            <a:buNone/>
          </a:pPr>
          <a:r>
            <a:rPr lang="en-CA" sz="1900" b="1" kern="1200" dirty="0"/>
            <a:t>Examples of “hard” questions Emilia can handle</a:t>
          </a:r>
          <a:endParaRPr lang="en-US" sz="1900" kern="1200" dirty="0"/>
        </a:p>
      </dsp:txBody>
      <dsp:txXfrm>
        <a:off x="22246" y="2177896"/>
        <a:ext cx="10846436" cy="411223"/>
      </dsp:txXfrm>
    </dsp:sp>
    <dsp:sp modelId="{B2149882-B817-F74B-83F7-252BFCDBE15F}">
      <dsp:nvSpPr>
        <dsp:cNvPr id="0" name=""/>
        <dsp:cNvSpPr/>
      </dsp:nvSpPr>
      <dsp:spPr>
        <a:xfrm>
          <a:off x="0" y="2611365"/>
          <a:ext cx="10890928" cy="121923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5787" tIns="24130" rIns="135128" bIns="24130" numCol="1" spcCol="1270" anchor="t" anchorCtr="0">
          <a:noAutofit/>
        </a:bodyPr>
        <a:lstStyle/>
        <a:p>
          <a:pPr marL="114300" lvl="1" indent="-114300" algn="l" defTabSz="666750">
            <a:lnSpc>
              <a:spcPct val="90000"/>
            </a:lnSpc>
            <a:spcBef>
              <a:spcPct val="0"/>
            </a:spcBef>
            <a:spcAft>
              <a:spcPct val="20000"/>
            </a:spcAft>
            <a:buChar char="•"/>
          </a:pPr>
          <a:r>
            <a:rPr lang="en-CA" sz="1500" kern="1200"/>
            <a:t>“Run a PCA on growth and carcass traits for this cohort and show me clusters by breed, with a scatter plot.”</a:t>
          </a:r>
          <a:endParaRPr lang="en-US" sz="1500" kern="1200"/>
        </a:p>
        <a:p>
          <a:pPr marL="114300" lvl="1" indent="-114300" algn="l" defTabSz="666750">
            <a:lnSpc>
              <a:spcPct val="90000"/>
            </a:lnSpc>
            <a:spcBef>
              <a:spcPct val="0"/>
            </a:spcBef>
            <a:spcAft>
              <a:spcPct val="20000"/>
            </a:spcAft>
            <a:buChar char="•"/>
          </a:pPr>
          <a:r>
            <a:rPr lang="en-CA" sz="1500" kern="1200"/>
            <a:t>“Explain the top SNPs influencing this GWAS peak and list recent papers that discuss those markers in similar environments.”</a:t>
          </a:r>
          <a:endParaRPr lang="en-US" sz="1500" kern="1200"/>
        </a:p>
        <a:p>
          <a:pPr marL="114300" lvl="1" indent="-114300" algn="l" defTabSz="666750">
            <a:lnSpc>
              <a:spcPct val="90000"/>
            </a:lnSpc>
            <a:spcBef>
              <a:spcPct val="0"/>
            </a:spcBef>
            <a:spcAft>
              <a:spcPct val="20000"/>
            </a:spcAft>
            <a:buChar char="•"/>
          </a:pPr>
          <a:r>
            <a:rPr lang="en-CA" sz="1500" kern="1200"/>
            <a:t>“Compare fertility traits for my high‑risk group against published benchmarks and summarize any gaps.”</a:t>
          </a:r>
          <a:endParaRPr lang="en-US" sz="1500" kern="1200"/>
        </a:p>
        <a:p>
          <a:pPr marL="114300" lvl="1" indent="-114300" algn="l" defTabSz="666750">
            <a:lnSpc>
              <a:spcPct val="90000"/>
            </a:lnSpc>
            <a:spcBef>
              <a:spcPct val="0"/>
            </a:spcBef>
            <a:spcAft>
              <a:spcPct val="20000"/>
            </a:spcAft>
            <a:buChar char="•"/>
          </a:pPr>
          <a:r>
            <a:rPr lang="en-CA" sz="1500" kern="1200"/>
            <a:t>“Find the latest open‑access papers on heat‑stress tolerance in dairy cattle and relate them to our trial data from 2023.”</a:t>
          </a:r>
          <a:endParaRPr lang="en-US" sz="1500" kern="1200"/>
        </a:p>
      </dsp:txBody>
      <dsp:txXfrm>
        <a:off x="0" y="2611365"/>
        <a:ext cx="10890928" cy="121923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C3C727F-20DC-204E-9EEA-C6D9D53EC85F}" type="datetimeFigureOut">
              <a:rPr lang="en-US" smtClean="0"/>
              <a:t>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A9E0534-DD0B-5B46-8679-80C83A4AA004}" type="slidenum">
              <a:rPr lang="en-US" smtClean="0"/>
              <a:t>‹#›</a:t>
            </a:fld>
            <a:endParaRPr lang="en-US"/>
          </a:p>
        </p:txBody>
      </p:sp>
    </p:spTree>
    <p:extLst>
      <p:ext uri="{BB962C8B-B14F-4D97-AF65-F5344CB8AC3E}">
        <p14:creationId xmlns:p14="http://schemas.microsoft.com/office/powerpoint/2010/main" val="2333333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kern="1200" dirty="0">
                <a:solidFill>
                  <a:schemeClr val="tx1"/>
                </a:solidFill>
                <a:effectLst/>
                <a:latin typeface="+mn-lt"/>
                <a:ea typeface="+mn-ea"/>
                <a:cs typeface="+mn-cs"/>
              </a:rPr>
              <a:t>Hello everyone. My name is Sanjeewa Narayana, and I’m an independent software developer working with the University of Guelph. Today I want to share a project close to my heart called 'Emilia.' It is a platform designed to bridge the gap between complex genetics research and practical farming decisions, powered by a RAG-driven AI agent. My goal today is to show you how we are using advanced AI not just to chat, but to drive real scientific and agricultural outcomes.</a:t>
            </a:r>
            <a:endParaRPr lang="en-US" dirty="0"/>
          </a:p>
        </p:txBody>
      </p:sp>
      <p:sp>
        <p:nvSpPr>
          <p:cNvPr id="4" name="Slide Number Placeholder 3"/>
          <p:cNvSpPr>
            <a:spLocks noGrp="1"/>
          </p:cNvSpPr>
          <p:nvPr>
            <p:ph type="sldNum" sz="quarter" idx="5"/>
          </p:nvPr>
        </p:nvSpPr>
        <p:spPr/>
        <p:txBody>
          <a:bodyPr/>
          <a:lstStyle/>
          <a:p>
            <a:fld id="{CA9E0534-DD0B-5B46-8679-80C83A4AA004}" type="slidenum">
              <a:rPr lang="en-US" smtClean="0"/>
              <a:t>1</a:t>
            </a:fld>
            <a:endParaRPr lang="en-US"/>
          </a:p>
        </p:txBody>
      </p:sp>
    </p:spTree>
    <p:extLst>
      <p:ext uri="{BB962C8B-B14F-4D97-AF65-F5344CB8AC3E}">
        <p14:creationId xmlns:p14="http://schemas.microsoft.com/office/powerpoint/2010/main" val="22209601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kern="1200" dirty="0">
                <a:solidFill>
                  <a:schemeClr val="tx1"/>
                </a:solidFill>
                <a:effectLst/>
                <a:latin typeface="+mn-lt"/>
                <a:ea typeface="+mn-ea"/>
                <a:cs typeface="+mn-cs"/>
              </a:rPr>
              <a:t>Before I started building this, I spent years managing IT and networking infrastructure across more than ten research stations. My job was to help students and researchers set up data pipelines and budget for technology, specifically for animal behavior research. I was the guy in the server room and the guy in the field, which gave me a front-row seat to the daily reality of scientific research. And what I saw was frustrating.</a:t>
            </a:r>
            <a:endParaRPr lang="en-US" dirty="0"/>
          </a:p>
        </p:txBody>
      </p:sp>
      <p:sp>
        <p:nvSpPr>
          <p:cNvPr id="4" name="Slide Number Placeholder 3"/>
          <p:cNvSpPr>
            <a:spLocks noGrp="1"/>
          </p:cNvSpPr>
          <p:nvPr>
            <p:ph type="sldNum" sz="quarter" idx="5"/>
          </p:nvPr>
        </p:nvSpPr>
        <p:spPr/>
        <p:txBody>
          <a:bodyPr/>
          <a:lstStyle/>
          <a:p>
            <a:fld id="{CA9E0534-DD0B-5B46-8679-80C83A4AA004}" type="slidenum">
              <a:rPr lang="en-US" smtClean="0"/>
              <a:t>3</a:t>
            </a:fld>
            <a:endParaRPr lang="en-US"/>
          </a:p>
        </p:txBody>
      </p:sp>
    </p:spTree>
    <p:extLst>
      <p:ext uri="{BB962C8B-B14F-4D97-AF65-F5344CB8AC3E}">
        <p14:creationId xmlns:p14="http://schemas.microsoft.com/office/powerpoint/2010/main" val="40769002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kern="1200" dirty="0">
                <a:solidFill>
                  <a:schemeClr val="tx1"/>
                </a:solidFill>
                <a:effectLst/>
                <a:latin typeface="+mn-lt"/>
                <a:ea typeface="+mn-ea"/>
                <a:cs typeface="+mn-cs"/>
              </a:rPr>
              <a:t>I noticed a pattern. I watched researchers burn hours fighting with data storage or manually organizing papers, often giving up on promising technologies. At the same time, I saw farmers entirely dependent on intermittent advice from vets because they didn't have easy ways to monitor their own production. I thought: 'What if I could build a solution that connects all this expertise—the latest literature, the lab data, and the farm records—in a way that lets everyone focus on what they do best?</a:t>
            </a:r>
            <a:endParaRPr lang="en-US" dirty="0"/>
          </a:p>
        </p:txBody>
      </p:sp>
      <p:sp>
        <p:nvSpPr>
          <p:cNvPr id="4" name="Slide Number Placeholder 3"/>
          <p:cNvSpPr>
            <a:spLocks noGrp="1"/>
          </p:cNvSpPr>
          <p:nvPr>
            <p:ph type="sldNum" sz="quarter" idx="5"/>
          </p:nvPr>
        </p:nvSpPr>
        <p:spPr/>
        <p:txBody>
          <a:bodyPr/>
          <a:lstStyle/>
          <a:p>
            <a:fld id="{CA9E0534-DD0B-5B46-8679-80C83A4AA004}" type="slidenum">
              <a:rPr lang="en-US" smtClean="0"/>
              <a:t>4</a:t>
            </a:fld>
            <a:endParaRPr lang="en-US"/>
          </a:p>
        </p:txBody>
      </p:sp>
    </p:spTree>
    <p:extLst>
      <p:ext uri="{BB962C8B-B14F-4D97-AF65-F5344CB8AC3E}">
        <p14:creationId xmlns:p14="http://schemas.microsoft.com/office/powerpoint/2010/main" val="40910599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kern="1200" dirty="0">
                <a:solidFill>
                  <a:schemeClr val="tx1"/>
                </a:solidFill>
                <a:effectLst/>
                <a:latin typeface="+mn-lt"/>
                <a:ea typeface="+mn-ea"/>
                <a:cs typeface="+mn-cs"/>
              </a:rPr>
              <a:t>Let's drill into the Researcher's problem. In my time at the stations, I saw brilliance slowed down by drudgery. Students would spend weeks just cleaning data or trying to find that one paper they read a month ago. Traditional reference managers weren't cutting it. The sheer volume of new literature is overwhelming, and when technology becomes a burden rather than an enabler, researchers revert to old, inefficient methods.</a:t>
            </a:r>
            <a:endParaRPr lang="en-US" dirty="0"/>
          </a:p>
        </p:txBody>
      </p:sp>
      <p:sp>
        <p:nvSpPr>
          <p:cNvPr id="4" name="Slide Number Placeholder 3"/>
          <p:cNvSpPr>
            <a:spLocks noGrp="1"/>
          </p:cNvSpPr>
          <p:nvPr>
            <p:ph type="sldNum" sz="quarter" idx="5"/>
          </p:nvPr>
        </p:nvSpPr>
        <p:spPr/>
        <p:txBody>
          <a:bodyPr/>
          <a:lstStyle/>
          <a:p>
            <a:fld id="{CA9E0534-DD0B-5B46-8679-80C83A4AA004}" type="slidenum">
              <a:rPr lang="en-US" smtClean="0"/>
              <a:t>5</a:t>
            </a:fld>
            <a:endParaRPr lang="en-US"/>
          </a:p>
        </p:txBody>
      </p:sp>
    </p:spTree>
    <p:extLst>
      <p:ext uri="{BB962C8B-B14F-4D97-AF65-F5344CB8AC3E}">
        <p14:creationId xmlns:p14="http://schemas.microsoft.com/office/powerpoint/2010/main" val="16902648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CA" sz="1200" b="0" i="0" kern="1200" dirty="0">
                <a:solidFill>
                  <a:schemeClr val="tx1"/>
                </a:solidFill>
                <a:effectLst/>
                <a:latin typeface="+mn-lt"/>
                <a:ea typeface="+mn-ea"/>
                <a:cs typeface="+mn-cs"/>
              </a:rPr>
              <a:t>On the other side of the fence, we have the farmers. They are making high-stakes decisions about breeding and disease management, but they are often flying blind. They rely heavily on periodic visits from technicians. If a problem arises between those visits, they might miss it until it's too late. They needed a way to monitor their own production and health metrics in real-time, without needing a degree in data science to understand the dashboard.</a:t>
            </a:r>
            <a:endParaRPr lang="en-US" dirty="0"/>
          </a:p>
        </p:txBody>
      </p:sp>
      <p:sp>
        <p:nvSpPr>
          <p:cNvPr id="4" name="Slide Number Placeholder 3"/>
          <p:cNvSpPr>
            <a:spLocks noGrp="1"/>
          </p:cNvSpPr>
          <p:nvPr>
            <p:ph type="sldNum" sz="quarter" idx="5"/>
          </p:nvPr>
        </p:nvSpPr>
        <p:spPr/>
        <p:txBody>
          <a:bodyPr/>
          <a:lstStyle/>
          <a:p>
            <a:fld id="{CA9E0534-DD0B-5B46-8679-80C83A4AA004}" type="slidenum">
              <a:rPr lang="en-US" smtClean="0"/>
              <a:t>6</a:t>
            </a:fld>
            <a:endParaRPr lang="en-US"/>
          </a:p>
        </p:txBody>
      </p:sp>
    </p:spTree>
    <p:extLst>
      <p:ext uri="{BB962C8B-B14F-4D97-AF65-F5344CB8AC3E}">
        <p14:creationId xmlns:p14="http://schemas.microsoft.com/office/powerpoint/2010/main" val="91652828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kern="1200" dirty="0">
                <a:solidFill>
                  <a:schemeClr val="tx1"/>
                </a:solidFill>
                <a:effectLst/>
                <a:latin typeface="+mn-lt"/>
                <a:ea typeface="+mn-ea"/>
                <a:cs typeface="+mn-cs"/>
              </a:rPr>
              <a:t>That led to the idea of Emilia. I wanted to build a system that doesn't just store data but </a:t>
            </a:r>
            <a:r>
              <a:rPr lang="en-CA" sz="1200" b="0" i="1" kern="1200" dirty="0">
                <a:solidFill>
                  <a:schemeClr val="tx1"/>
                </a:solidFill>
                <a:effectLst/>
                <a:latin typeface="+mn-lt"/>
                <a:ea typeface="+mn-ea"/>
                <a:cs typeface="+mn-cs"/>
              </a:rPr>
              <a:t>understands</a:t>
            </a:r>
            <a:r>
              <a:rPr lang="en-CA" sz="1200" b="0" i="0" kern="1200" dirty="0">
                <a:solidFill>
                  <a:schemeClr val="tx1"/>
                </a:solidFill>
                <a:effectLst/>
                <a:latin typeface="+mn-lt"/>
                <a:ea typeface="+mn-ea"/>
                <a:cs typeface="+mn-cs"/>
              </a:rPr>
              <a:t> it. A platform where a researcher's latest findings on a genetic marker could immediately inform a farmer's breeding decision. To do this, I realized we needed more than just a database; we needed intelligence. We needed a way to automate the synthesis of knowledge. That’s where AI comes in.</a:t>
            </a:r>
            <a:endParaRPr lang="en-US" dirty="0"/>
          </a:p>
        </p:txBody>
      </p:sp>
      <p:sp>
        <p:nvSpPr>
          <p:cNvPr id="4" name="Slide Number Placeholder 3"/>
          <p:cNvSpPr>
            <a:spLocks noGrp="1"/>
          </p:cNvSpPr>
          <p:nvPr>
            <p:ph type="sldNum" sz="quarter" idx="5"/>
          </p:nvPr>
        </p:nvSpPr>
        <p:spPr/>
        <p:txBody>
          <a:bodyPr/>
          <a:lstStyle/>
          <a:p>
            <a:fld id="{CA9E0534-DD0B-5B46-8679-80C83A4AA004}" type="slidenum">
              <a:rPr lang="en-US" smtClean="0"/>
              <a:t>7</a:t>
            </a:fld>
            <a:endParaRPr lang="en-US"/>
          </a:p>
        </p:txBody>
      </p:sp>
    </p:spTree>
    <p:extLst>
      <p:ext uri="{BB962C8B-B14F-4D97-AF65-F5344CB8AC3E}">
        <p14:creationId xmlns:p14="http://schemas.microsoft.com/office/powerpoint/2010/main" val="318183083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kern="1200" dirty="0">
                <a:solidFill>
                  <a:schemeClr val="tx1"/>
                </a:solidFill>
                <a:effectLst/>
                <a:latin typeface="+mn-lt"/>
                <a:ea typeface="+mn-ea"/>
                <a:cs typeface="+mn-cs"/>
              </a:rPr>
              <a:t>I want to start by acknowledging how powerful modern foundation models like GPT‑5.1 actually are. These models are extremely good at reasoning over long, messy inputs. They can read full genomic reports, trial summaries, and even code, and then turn that into clear, structured explanations. They can also synthesize dozens of research papers into a single, coherent overview, and even help design analysis workflows by suggesting code or sanity checks.</a:t>
            </a:r>
          </a:p>
          <a:p>
            <a:r>
              <a:rPr lang="en-CA" sz="1200" b="0" i="0" kern="1200" dirty="0">
                <a:solidFill>
                  <a:schemeClr val="tx1"/>
                </a:solidFill>
                <a:effectLst/>
                <a:latin typeface="+mn-lt"/>
                <a:ea typeface="+mn-ea"/>
                <a:cs typeface="+mn-cs"/>
              </a:rPr>
              <a:t>For a platform like ours, this is exactly what we want from an AI partner: a very strong general brain that understands language and can reason across genetics, animal health, agronomy, and more. In our design, GPT‑5.1 is the engine for ‘how to think’—how to reason—while our own data and tools give it the right information to think </a:t>
            </a:r>
            <a:r>
              <a:rPr lang="en-CA" sz="1200" b="0" i="1" kern="1200" dirty="0">
                <a:solidFill>
                  <a:schemeClr val="tx1"/>
                </a:solidFill>
                <a:effectLst/>
                <a:latin typeface="+mn-lt"/>
                <a:ea typeface="+mn-ea"/>
                <a:cs typeface="+mn-cs"/>
              </a:rPr>
              <a:t>with</a:t>
            </a:r>
            <a:r>
              <a:rPr lang="en-CA" sz="1200" b="0" i="0" kern="1200" dirty="0">
                <a:solidFill>
                  <a:schemeClr val="tx1"/>
                </a:solidFill>
                <a:effectLst/>
                <a:latin typeface="+mn-lt"/>
                <a:ea typeface="+mn-ea"/>
                <a:cs typeface="+mn-cs"/>
              </a:rPr>
              <a:t>.</a:t>
            </a:r>
          </a:p>
        </p:txBody>
      </p:sp>
      <p:sp>
        <p:nvSpPr>
          <p:cNvPr id="4" name="Slide Number Placeholder 3"/>
          <p:cNvSpPr>
            <a:spLocks noGrp="1"/>
          </p:cNvSpPr>
          <p:nvPr>
            <p:ph type="sldNum" sz="quarter" idx="5"/>
          </p:nvPr>
        </p:nvSpPr>
        <p:spPr/>
        <p:txBody>
          <a:bodyPr/>
          <a:lstStyle/>
          <a:p>
            <a:fld id="{CA9E0534-DD0B-5B46-8679-80C83A4AA004}" type="slidenum">
              <a:rPr lang="en-US" smtClean="0"/>
              <a:t>8</a:t>
            </a:fld>
            <a:endParaRPr lang="en-US"/>
          </a:p>
        </p:txBody>
      </p:sp>
    </p:spTree>
    <p:extLst>
      <p:ext uri="{BB962C8B-B14F-4D97-AF65-F5344CB8AC3E}">
        <p14:creationId xmlns:p14="http://schemas.microsoft.com/office/powerpoint/2010/main" val="11183444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kern="1200" dirty="0">
                <a:solidFill>
                  <a:schemeClr val="tx1"/>
                </a:solidFill>
                <a:effectLst/>
                <a:latin typeface="+mn-lt"/>
                <a:ea typeface="+mn-ea"/>
                <a:cs typeface="+mn-cs"/>
              </a:rPr>
              <a:t>However, when we move from theory to practice, there’s a big constraint: cost and operations. Running a GPT‑5.1‑class model yourself is not realistic for most research groups. You need racks of expensive GPUs, engineers to keep them running 24/7, security reviews, and constant upgrades. Every dollar and every hour we spend on that is a dollar and an hour we’re not investing in actual genetics and farming outcomes.</a:t>
            </a:r>
          </a:p>
          <a:p>
            <a:r>
              <a:rPr lang="en-CA" sz="1200" b="0" i="0" kern="1200" dirty="0">
                <a:solidFill>
                  <a:schemeClr val="tx1"/>
                </a:solidFill>
                <a:effectLst/>
                <a:latin typeface="+mn-lt"/>
                <a:ea typeface="+mn-ea"/>
                <a:cs typeface="+mn-cs"/>
              </a:rPr>
              <a:t>So we made a very intentional choice. We use a managed GPT‑5.1‑class model through an API, and we put our effort into building a strong Retrieval‑Augmented Generation layer around it. All the important knowledge—farm records, genomic analyses, trial results, and literature from sources like PubMed and Nature—lives in our own systems. The model becomes a reasoning engine on top of that. This RAG‑first strategy keeps our infrastructure simpler and cheaper, it makes the system easy to update as new data comes in, and most importantly, it keeps the answers grounded in real evidence instead of confident guesses.</a:t>
            </a:r>
          </a:p>
          <a:p>
            <a:endParaRPr lang="en-US" dirty="0"/>
          </a:p>
        </p:txBody>
      </p:sp>
      <p:sp>
        <p:nvSpPr>
          <p:cNvPr id="4" name="Slide Number Placeholder 3"/>
          <p:cNvSpPr>
            <a:spLocks noGrp="1"/>
          </p:cNvSpPr>
          <p:nvPr>
            <p:ph type="sldNum" sz="quarter" idx="5"/>
          </p:nvPr>
        </p:nvSpPr>
        <p:spPr/>
        <p:txBody>
          <a:bodyPr/>
          <a:lstStyle/>
          <a:p>
            <a:fld id="{CA9E0534-DD0B-5B46-8679-80C83A4AA004}" type="slidenum">
              <a:rPr lang="en-US" smtClean="0"/>
              <a:t>9</a:t>
            </a:fld>
            <a:endParaRPr lang="en-US"/>
          </a:p>
        </p:txBody>
      </p:sp>
    </p:spTree>
    <p:extLst>
      <p:ext uri="{BB962C8B-B14F-4D97-AF65-F5344CB8AC3E}">
        <p14:creationId xmlns:p14="http://schemas.microsoft.com/office/powerpoint/2010/main" val="31442368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kern="1200" dirty="0">
                <a:solidFill>
                  <a:schemeClr val="tx1"/>
                </a:solidFill>
                <a:effectLst/>
                <a:latin typeface="+mn-lt"/>
                <a:ea typeface="+mn-ea"/>
                <a:cs typeface="+mn-cs"/>
              </a:rPr>
              <a:t>Let me step back and introduce a concept that shows up again and again in real‑world AI systems: Retrieval‑Augmented Generation, or RAG. A standard language model answers based on what it learned during training. That can be powerful, but it’s also frozen in time and doesn’t know anything about your private data.</a:t>
            </a:r>
          </a:p>
          <a:p>
            <a:r>
              <a:rPr lang="en-CA" sz="1200" b="0" i="0" kern="1200" dirty="0">
                <a:solidFill>
                  <a:schemeClr val="tx1"/>
                </a:solidFill>
                <a:effectLst/>
                <a:latin typeface="+mn-lt"/>
                <a:ea typeface="+mn-ea"/>
                <a:cs typeface="+mn-cs"/>
              </a:rPr>
              <a:t>RAG adds a missing piece. Before the model answers, we run a retrieval step: we search across our own knowledge sources—databases, documents, APIs, logs—and pull back the most relevant pieces of information. Then the model is asked to answer </a:t>
            </a:r>
            <a:r>
              <a:rPr lang="en-CA" sz="1200" b="0" i="1" kern="1200" dirty="0">
                <a:solidFill>
                  <a:schemeClr val="tx1"/>
                </a:solidFill>
                <a:effectLst/>
                <a:latin typeface="+mn-lt"/>
                <a:ea typeface="+mn-ea"/>
                <a:cs typeface="+mn-cs"/>
              </a:rPr>
              <a:t>using that evidence</a:t>
            </a:r>
            <a:r>
              <a:rPr lang="en-CA" sz="1200" b="0" i="0" kern="1200" dirty="0">
                <a:solidFill>
                  <a:schemeClr val="tx1"/>
                </a:solidFill>
                <a:effectLst/>
                <a:latin typeface="+mn-lt"/>
                <a:ea typeface="+mn-ea"/>
                <a:cs typeface="+mn-cs"/>
              </a:rPr>
              <a:t>. So instead of guessing, it’s effectively doing an open‑book exam.</a:t>
            </a:r>
          </a:p>
          <a:p>
            <a:r>
              <a:rPr lang="en-CA" sz="1200" b="0" i="0" kern="1200" dirty="0">
                <a:solidFill>
                  <a:schemeClr val="tx1"/>
                </a:solidFill>
                <a:effectLst/>
                <a:latin typeface="+mn-lt"/>
                <a:ea typeface="+mn-ea"/>
                <a:cs typeface="+mn-cs"/>
              </a:rPr>
              <a:t>This matters for three reasons. First, it keeps answers fresh: as soon as new reports or papers are available, they can influence what the model says without retraining. Second, it grounds the model in a specific domain—whether that’s genetics, law, or finance—by pointing it at the right data. And third, it helps reduce hallucinations, because we can encourage the model to rely on retrieved evidence and even show the user which documents were used.</a:t>
            </a:r>
          </a:p>
          <a:p>
            <a:r>
              <a:rPr lang="en-CA" sz="1200" b="0" i="0" kern="1200" dirty="0">
                <a:solidFill>
                  <a:schemeClr val="tx1"/>
                </a:solidFill>
                <a:effectLst/>
                <a:latin typeface="+mn-lt"/>
                <a:ea typeface="+mn-ea"/>
                <a:cs typeface="+mn-cs"/>
              </a:rPr>
              <a:t>Later in the talk, I’ll show how we apply this idea in our own architecture, but at a high level, RAG is one of the key patterns that turns a general AI model into something you can actually trust in production.</a:t>
            </a:r>
          </a:p>
          <a:p>
            <a:endParaRPr lang="en-US" dirty="0"/>
          </a:p>
        </p:txBody>
      </p:sp>
      <p:sp>
        <p:nvSpPr>
          <p:cNvPr id="4" name="Slide Number Placeholder 3"/>
          <p:cNvSpPr>
            <a:spLocks noGrp="1"/>
          </p:cNvSpPr>
          <p:nvPr>
            <p:ph type="sldNum" sz="quarter" idx="5"/>
          </p:nvPr>
        </p:nvSpPr>
        <p:spPr/>
        <p:txBody>
          <a:bodyPr/>
          <a:lstStyle/>
          <a:p>
            <a:fld id="{CA9E0534-DD0B-5B46-8679-80C83A4AA004}" type="slidenum">
              <a:rPr lang="en-US" smtClean="0"/>
              <a:t>10</a:t>
            </a:fld>
            <a:endParaRPr lang="en-US"/>
          </a:p>
        </p:txBody>
      </p:sp>
    </p:spTree>
    <p:extLst>
      <p:ext uri="{BB962C8B-B14F-4D97-AF65-F5344CB8AC3E}">
        <p14:creationId xmlns:p14="http://schemas.microsoft.com/office/powerpoint/2010/main" val="5650364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kern="1200" dirty="0">
                <a:solidFill>
                  <a:schemeClr val="tx1"/>
                </a:solidFill>
                <a:effectLst/>
                <a:latin typeface="+mn-lt"/>
                <a:ea typeface="+mn-ea"/>
                <a:cs typeface="+mn-cs"/>
              </a:rPr>
              <a:t>None of this AI magic matters if the system is offline when you need it. That brings us to the infrastructure. We built this on the cloud because agriculture doesn't happen in a single office. It happens in fields, in barns, and in labs across the country. We needed a system that is accessible from anywhere—whether you're on a tablet in a muddy field or a high-performance workstation in the university.</a:t>
            </a:r>
            <a:endParaRPr lang="en-US" dirty="0"/>
          </a:p>
        </p:txBody>
      </p:sp>
      <p:sp>
        <p:nvSpPr>
          <p:cNvPr id="4" name="Slide Number Placeholder 3"/>
          <p:cNvSpPr>
            <a:spLocks noGrp="1"/>
          </p:cNvSpPr>
          <p:nvPr>
            <p:ph type="sldNum" sz="quarter" idx="5"/>
          </p:nvPr>
        </p:nvSpPr>
        <p:spPr/>
        <p:txBody>
          <a:bodyPr/>
          <a:lstStyle/>
          <a:p>
            <a:fld id="{CA9E0534-DD0B-5B46-8679-80C83A4AA004}" type="slidenum">
              <a:rPr lang="en-US" smtClean="0"/>
              <a:t>11</a:t>
            </a:fld>
            <a:endParaRPr lang="en-US"/>
          </a:p>
        </p:txBody>
      </p:sp>
    </p:spTree>
    <p:extLst>
      <p:ext uri="{BB962C8B-B14F-4D97-AF65-F5344CB8AC3E}">
        <p14:creationId xmlns:p14="http://schemas.microsoft.com/office/powerpoint/2010/main" val="305551625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kern="1200" dirty="0">
                <a:solidFill>
                  <a:schemeClr val="tx1"/>
                </a:solidFill>
                <a:effectLst/>
                <a:latin typeface="+mn-lt"/>
                <a:ea typeface="+mn-ea"/>
                <a:cs typeface="+mn-cs"/>
              </a:rPr>
              <a:t>Finally, we had to design for scale. Genomic data is massive, and as we add more farms and more sensors, the data volume explodes. By leveraging cloud scalability—technologies like AWS Fargate and scalable databases—we ensure that the platform is fast and responsive today, but also ready for the future. We are building a foundation that can grow with the industry.</a:t>
            </a:r>
            <a:endParaRPr lang="en-US" dirty="0"/>
          </a:p>
        </p:txBody>
      </p:sp>
      <p:sp>
        <p:nvSpPr>
          <p:cNvPr id="4" name="Slide Number Placeholder 3"/>
          <p:cNvSpPr>
            <a:spLocks noGrp="1"/>
          </p:cNvSpPr>
          <p:nvPr>
            <p:ph type="sldNum" sz="quarter" idx="5"/>
          </p:nvPr>
        </p:nvSpPr>
        <p:spPr/>
        <p:txBody>
          <a:bodyPr/>
          <a:lstStyle/>
          <a:p>
            <a:fld id="{CA9E0534-DD0B-5B46-8679-80C83A4AA004}" type="slidenum">
              <a:rPr lang="en-US" smtClean="0"/>
              <a:t>12</a:t>
            </a:fld>
            <a:endParaRPr lang="en-US"/>
          </a:p>
        </p:txBody>
      </p:sp>
    </p:spTree>
    <p:extLst>
      <p:ext uri="{BB962C8B-B14F-4D97-AF65-F5344CB8AC3E}">
        <p14:creationId xmlns:p14="http://schemas.microsoft.com/office/powerpoint/2010/main" val="9016743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kern="1200" dirty="0">
                <a:solidFill>
                  <a:schemeClr val="tx1"/>
                </a:solidFill>
                <a:effectLst/>
                <a:latin typeface="+mn-lt"/>
                <a:ea typeface="+mn-ea"/>
                <a:cs typeface="+mn-cs"/>
              </a:rPr>
              <a:t>In this first architecture slide, I want to focus on how people actually touch the system. We have two main user groups: farmers and researchers. They come in through a React web app for rich, desktop workflows, and a React Native mobile app for field work, barn checks, and quick lookups. Both apps share the same authentication and roles, so the experience is consistent whether you’re in an office or in a muddy field.</a:t>
            </a:r>
          </a:p>
          <a:p>
            <a:r>
              <a:rPr lang="en-CA" sz="1200" b="0" i="0" kern="1200" dirty="0">
                <a:solidFill>
                  <a:schemeClr val="tx1"/>
                </a:solidFill>
                <a:effectLst/>
                <a:latin typeface="+mn-lt"/>
                <a:ea typeface="+mn-ea"/>
                <a:cs typeface="+mn-cs"/>
              </a:rPr>
              <a:t>Those apps talk to what we call the main server. This is the central brain on the backend. It exposes two main families of APIs. The operational API handles the everyday work—farm, animal, and production data. The AI and research API is where Emilia lives: it powers chat, recommendations, and literature search. This is also where we orchestrate calls to the GPT‑5.1‑class model and plug in the RAG flows and research tools that you’ll see later.</a:t>
            </a:r>
          </a:p>
        </p:txBody>
      </p:sp>
      <p:sp>
        <p:nvSpPr>
          <p:cNvPr id="4" name="Slide Number Placeholder 3"/>
          <p:cNvSpPr>
            <a:spLocks noGrp="1"/>
          </p:cNvSpPr>
          <p:nvPr>
            <p:ph type="sldNum" sz="quarter" idx="5"/>
          </p:nvPr>
        </p:nvSpPr>
        <p:spPr/>
        <p:txBody>
          <a:bodyPr/>
          <a:lstStyle/>
          <a:p>
            <a:fld id="{CA9E0534-DD0B-5B46-8679-80C83A4AA004}" type="slidenum">
              <a:rPr lang="en-US" smtClean="0"/>
              <a:t>13</a:t>
            </a:fld>
            <a:endParaRPr lang="en-US"/>
          </a:p>
        </p:txBody>
      </p:sp>
    </p:spTree>
    <p:extLst>
      <p:ext uri="{BB962C8B-B14F-4D97-AF65-F5344CB8AC3E}">
        <p14:creationId xmlns:p14="http://schemas.microsoft.com/office/powerpoint/2010/main" val="395903934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kern="1200" dirty="0">
                <a:solidFill>
                  <a:schemeClr val="tx1"/>
                </a:solidFill>
                <a:effectLst/>
                <a:latin typeface="+mn-lt"/>
                <a:ea typeface="+mn-ea"/>
                <a:cs typeface="+mn-cs"/>
              </a:rPr>
              <a:t>The second architecture slide focuses on what sits underneath that main server. At the core we have our data and knowledge stores. PostgreSQL is the source of truth for farm, herd, and trial data. DynamoDB keeps track of chat sessions, user preferences, and the agent’s short‑term state so we can respond quickly. S3 holds the heavier artifacts—reports, uploads, and backups.</a:t>
            </a:r>
          </a:p>
          <a:p>
            <a:r>
              <a:rPr lang="en-CA" sz="1200" b="0" i="0" kern="1200" dirty="0">
                <a:solidFill>
                  <a:schemeClr val="tx1"/>
                </a:solidFill>
                <a:effectLst/>
                <a:latin typeface="+mn-lt"/>
                <a:ea typeface="+mn-ea"/>
                <a:cs typeface="+mn-cs"/>
              </a:rPr>
              <a:t>On top of that, we add smarter layers. Neo4j captures the graph of relationships between animals, traits, trials, and publications. </a:t>
            </a:r>
            <a:r>
              <a:rPr lang="en-CA" sz="1200" b="0" i="0" kern="1200" dirty="0" err="1">
                <a:solidFill>
                  <a:schemeClr val="tx1"/>
                </a:solidFill>
                <a:effectLst/>
                <a:latin typeface="+mn-lt"/>
                <a:ea typeface="+mn-ea"/>
                <a:cs typeface="+mn-cs"/>
              </a:rPr>
              <a:t>ChromaDB</a:t>
            </a:r>
            <a:r>
              <a:rPr lang="en-CA" sz="1200" b="0" i="0" kern="1200" dirty="0">
                <a:solidFill>
                  <a:schemeClr val="tx1"/>
                </a:solidFill>
                <a:effectLst/>
                <a:latin typeface="+mn-lt"/>
                <a:ea typeface="+mn-ea"/>
                <a:cs typeface="+mn-cs"/>
              </a:rPr>
              <a:t>, connected through </a:t>
            </a:r>
            <a:r>
              <a:rPr lang="en-CA" sz="1200" b="0" i="0" kern="1200" dirty="0" err="1">
                <a:solidFill>
                  <a:schemeClr val="tx1"/>
                </a:solidFill>
                <a:effectLst/>
                <a:latin typeface="+mn-lt"/>
                <a:ea typeface="+mn-ea"/>
                <a:cs typeface="+mn-cs"/>
              </a:rPr>
              <a:t>LangChain</a:t>
            </a:r>
            <a:r>
              <a:rPr lang="en-CA" sz="1200" b="0" i="0" kern="1200" dirty="0">
                <a:solidFill>
                  <a:schemeClr val="tx1"/>
                </a:solidFill>
                <a:effectLst/>
                <a:latin typeface="+mn-lt"/>
                <a:ea typeface="+mn-ea"/>
                <a:cs typeface="+mn-cs"/>
              </a:rPr>
              <a:t>, is our vector store for Retrieval‑Augmented Generation over documents and journal content. From the outside world, research APIs like PubMed and Nature continuously feed new papers into this knowledge layer, and a managed GPT‑5.1‑class model provides the reasoning engine via API.</a:t>
            </a:r>
          </a:p>
          <a:p>
            <a:endParaRPr lang="en-US" dirty="0"/>
          </a:p>
        </p:txBody>
      </p:sp>
      <p:sp>
        <p:nvSpPr>
          <p:cNvPr id="4" name="Slide Number Placeholder 3"/>
          <p:cNvSpPr>
            <a:spLocks noGrp="1"/>
          </p:cNvSpPr>
          <p:nvPr>
            <p:ph type="sldNum" sz="quarter" idx="5"/>
          </p:nvPr>
        </p:nvSpPr>
        <p:spPr/>
        <p:txBody>
          <a:bodyPr/>
          <a:lstStyle/>
          <a:p>
            <a:fld id="{CA9E0534-DD0B-5B46-8679-80C83A4AA004}" type="slidenum">
              <a:rPr lang="en-US" smtClean="0"/>
              <a:t>14</a:t>
            </a:fld>
            <a:endParaRPr lang="en-US"/>
          </a:p>
        </p:txBody>
      </p:sp>
    </p:spTree>
    <p:extLst>
      <p:ext uri="{BB962C8B-B14F-4D97-AF65-F5344CB8AC3E}">
        <p14:creationId xmlns:p14="http://schemas.microsoft.com/office/powerpoint/2010/main" val="381810607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kern="1200" dirty="0">
                <a:solidFill>
                  <a:schemeClr val="tx1"/>
                </a:solidFill>
                <a:effectLst/>
                <a:latin typeface="+mn-lt"/>
                <a:ea typeface="+mn-ea"/>
                <a:cs typeface="+mn-cs"/>
              </a:rPr>
              <a:t>This slide summarizes the main AWS services that sit underneath the platform.</a:t>
            </a:r>
          </a:p>
          <a:p>
            <a:r>
              <a:rPr lang="en-CA" sz="1200" b="0" i="0" kern="1200" dirty="0">
                <a:solidFill>
                  <a:schemeClr val="tx1"/>
                </a:solidFill>
                <a:effectLst/>
                <a:latin typeface="+mn-lt"/>
                <a:ea typeface="+mn-ea"/>
                <a:cs typeface="+mn-cs"/>
              </a:rPr>
              <a:t>For data, we use </a:t>
            </a:r>
            <a:r>
              <a:rPr lang="en-CA" sz="1200" b="1" i="0" kern="1200" dirty="0">
                <a:solidFill>
                  <a:schemeClr val="tx1"/>
                </a:solidFill>
                <a:effectLst/>
                <a:latin typeface="+mn-lt"/>
                <a:ea typeface="+mn-ea"/>
                <a:cs typeface="+mn-cs"/>
              </a:rPr>
              <a:t>Amazon </a:t>
            </a:r>
            <a:r>
              <a:rPr lang="en-CA" sz="1200" b="1" i="0" kern="1200" dirty="0" err="1">
                <a:solidFill>
                  <a:schemeClr val="tx1"/>
                </a:solidFill>
                <a:effectLst/>
                <a:latin typeface="+mn-lt"/>
                <a:ea typeface="+mn-ea"/>
                <a:cs typeface="+mn-cs"/>
              </a:rPr>
              <a:t>DocumentDB</a:t>
            </a:r>
            <a:r>
              <a:rPr lang="en-CA" sz="1200" b="0" i="0" kern="1200" dirty="0">
                <a:solidFill>
                  <a:schemeClr val="tx1"/>
                </a:solidFill>
                <a:effectLst/>
                <a:latin typeface="+mn-lt"/>
                <a:ea typeface="+mn-ea"/>
                <a:cs typeface="+mn-cs"/>
              </a:rPr>
              <a:t> to store application users, chat history, and configuration, and </a:t>
            </a:r>
            <a:r>
              <a:rPr lang="en-CA" sz="1200" b="1" i="0" kern="1200" dirty="0">
                <a:solidFill>
                  <a:schemeClr val="tx1"/>
                </a:solidFill>
                <a:effectLst/>
                <a:latin typeface="+mn-lt"/>
                <a:ea typeface="+mn-ea"/>
                <a:cs typeface="+mn-cs"/>
              </a:rPr>
              <a:t>Amazon RDS for PostgreSQL</a:t>
            </a:r>
            <a:r>
              <a:rPr lang="en-CA" sz="1200" b="0" i="0" kern="1200" dirty="0">
                <a:solidFill>
                  <a:schemeClr val="tx1"/>
                </a:solidFill>
                <a:effectLst/>
                <a:latin typeface="+mn-lt"/>
                <a:ea typeface="+mn-ea"/>
                <a:cs typeface="+mn-cs"/>
              </a:rPr>
              <a:t> as our internal genetics warehouse for animals, traits, trials, and analysis results.</a:t>
            </a:r>
          </a:p>
          <a:p>
            <a:r>
              <a:rPr lang="en-CA" sz="1200" b="0" i="0" kern="1200" dirty="0">
                <a:solidFill>
                  <a:schemeClr val="tx1"/>
                </a:solidFill>
                <a:effectLst/>
                <a:latin typeface="+mn-lt"/>
                <a:ea typeface="+mn-ea"/>
                <a:cs typeface="+mn-cs"/>
              </a:rPr>
              <a:t>For compute, both the user‑backend and the main‑backend run as containers on </a:t>
            </a:r>
            <a:r>
              <a:rPr lang="en-CA" sz="1200" b="1" i="0" kern="1200" dirty="0">
                <a:solidFill>
                  <a:schemeClr val="tx1"/>
                </a:solidFill>
                <a:effectLst/>
                <a:latin typeface="+mn-lt"/>
                <a:ea typeface="+mn-ea"/>
                <a:cs typeface="+mn-cs"/>
              </a:rPr>
              <a:t>Amazon ECS using Fargate</a:t>
            </a:r>
            <a:r>
              <a:rPr lang="en-CA" sz="1200" b="0" i="0" kern="1200" dirty="0">
                <a:solidFill>
                  <a:schemeClr val="tx1"/>
                </a:solidFill>
                <a:effectLst/>
                <a:latin typeface="+mn-lt"/>
                <a:ea typeface="+mn-ea"/>
                <a:cs typeface="+mn-cs"/>
              </a:rPr>
              <a:t>, with their images stored in </a:t>
            </a:r>
            <a:r>
              <a:rPr lang="en-CA" sz="1200" b="1" i="0" kern="1200" dirty="0">
                <a:solidFill>
                  <a:schemeClr val="tx1"/>
                </a:solidFill>
                <a:effectLst/>
                <a:latin typeface="+mn-lt"/>
                <a:ea typeface="+mn-ea"/>
                <a:cs typeface="+mn-cs"/>
              </a:rPr>
              <a:t>Amazon ECR</a:t>
            </a:r>
            <a:r>
              <a:rPr lang="en-CA" sz="1200" b="0" i="0" kern="1200" dirty="0">
                <a:solidFill>
                  <a:schemeClr val="tx1"/>
                </a:solidFill>
                <a:effectLst/>
                <a:latin typeface="+mn-lt"/>
                <a:ea typeface="+mn-ea"/>
                <a:cs typeface="+mn-cs"/>
              </a:rPr>
              <a:t>. Where we need direct access into the private network—for example to reach </a:t>
            </a:r>
            <a:r>
              <a:rPr lang="en-CA" sz="1200" b="0" i="0" kern="1200" dirty="0" err="1">
                <a:solidFill>
                  <a:schemeClr val="tx1"/>
                </a:solidFill>
                <a:effectLst/>
                <a:latin typeface="+mn-lt"/>
                <a:ea typeface="+mn-ea"/>
                <a:cs typeface="+mn-cs"/>
              </a:rPr>
              <a:t>DocumentDB</a:t>
            </a:r>
            <a:r>
              <a:rPr lang="en-CA" sz="1200" b="0" i="0" kern="1200" dirty="0">
                <a:solidFill>
                  <a:schemeClr val="tx1"/>
                </a:solidFill>
                <a:effectLst/>
                <a:latin typeface="+mn-lt"/>
                <a:ea typeface="+mn-ea"/>
                <a:cs typeface="+mn-cs"/>
              </a:rPr>
              <a:t> securely—we use a small </a:t>
            </a:r>
            <a:r>
              <a:rPr lang="en-CA" sz="1200" b="1" i="0" kern="1200" dirty="0">
                <a:solidFill>
                  <a:schemeClr val="tx1"/>
                </a:solidFill>
                <a:effectLst/>
                <a:latin typeface="+mn-lt"/>
                <a:ea typeface="+mn-ea"/>
                <a:cs typeface="+mn-cs"/>
              </a:rPr>
              <a:t>EC2 instance</a:t>
            </a:r>
            <a:r>
              <a:rPr lang="en-CA" sz="1200" b="0" i="0" kern="1200" dirty="0">
                <a:solidFill>
                  <a:schemeClr val="tx1"/>
                </a:solidFill>
                <a:effectLst/>
                <a:latin typeface="+mn-lt"/>
                <a:ea typeface="+mn-ea"/>
                <a:cs typeface="+mn-cs"/>
              </a:rPr>
              <a:t> as a controlled jump or bastion host.</a:t>
            </a:r>
          </a:p>
          <a:p>
            <a:r>
              <a:rPr lang="en-CA" sz="1200" b="0" i="0" kern="1200" dirty="0">
                <a:solidFill>
                  <a:schemeClr val="tx1"/>
                </a:solidFill>
                <a:effectLst/>
                <a:latin typeface="+mn-lt"/>
                <a:ea typeface="+mn-ea"/>
                <a:cs typeface="+mn-cs"/>
              </a:rPr>
              <a:t>Traffic comes in through an </a:t>
            </a:r>
            <a:r>
              <a:rPr lang="en-CA" sz="1200" b="1" i="0" kern="1200" dirty="0">
                <a:solidFill>
                  <a:schemeClr val="tx1"/>
                </a:solidFill>
                <a:effectLst/>
                <a:latin typeface="+mn-lt"/>
                <a:ea typeface="+mn-ea"/>
                <a:cs typeface="+mn-cs"/>
              </a:rPr>
              <a:t>Application Load Balancer</a:t>
            </a:r>
            <a:r>
              <a:rPr lang="en-CA" sz="1200" b="0" i="0" kern="1200" dirty="0">
                <a:solidFill>
                  <a:schemeClr val="tx1"/>
                </a:solidFill>
                <a:effectLst/>
                <a:latin typeface="+mn-lt"/>
                <a:ea typeface="+mn-ea"/>
                <a:cs typeface="+mn-cs"/>
              </a:rPr>
              <a:t>, which terminates HTTP(S), runs health checks, and routes requests to the right ECS service. An </a:t>
            </a:r>
            <a:r>
              <a:rPr lang="en-CA" sz="1200" b="1" i="0" kern="1200" dirty="0">
                <a:solidFill>
                  <a:schemeClr val="tx1"/>
                </a:solidFill>
                <a:effectLst/>
                <a:latin typeface="+mn-lt"/>
                <a:ea typeface="+mn-ea"/>
                <a:cs typeface="+mn-cs"/>
              </a:rPr>
              <a:t>Elastic IP</a:t>
            </a:r>
            <a:r>
              <a:rPr lang="en-CA" sz="1200" b="0" i="0" kern="1200" dirty="0">
                <a:solidFill>
                  <a:schemeClr val="tx1"/>
                </a:solidFill>
                <a:effectLst/>
                <a:latin typeface="+mn-lt"/>
                <a:ea typeface="+mn-ea"/>
                <a:cs typeface="+mn-cs"/>
              </a:rPr>
              <a:t> gives us a stable address for the jump host when we need operational access. At the edge, </a:t>
            </a:r>
            <a:r>
              <a:rPr lang="en-CA" sz="1200" b="1" i="0" kern="1200" dirty="0">
                <a:solidFill>
                  <a:schemeClr val="tx1"/>
                </a:solidFill>
                <a:effectLst/>
                <a:latin typeface="+mn-lt"/>
                <a:ea typeface="+mn-ea"/>
                <a:cs typeface="+mn-cs"/>
              </a:rPr>
              <a:t>Amazon CloudFront</a:t>
            </a:r>
            <a:r>
              <a:rPr lang="en-CA" sz="1200" b="0" i="0" kern="1200" dirty="0">
                <a:solidFill>
                  <a:schemeClr val="tx1"/>
                </a:solidFill>
                <a:effectLst/>
                <a:latin typeface="+mn-lt"/>
                <a:ea typeface="+mn-ea"/>
                <a:cs typeface="+mn-cs"/>
              </a:rPr>
              <a:t> provides global distribution, caching, and SSL for the frontend and API </a:t>
            </a:r>
            <a:r>
              <a:rPr lang="en-CA" sz="1200" b="0" i="0" kern="1200" dirty="0" err="1">
                <a:solidFill>
                  <a:schemeClr val="tx1"/>
                </a:solidFill>
                <a:effectLst/>
                <a:latin typeface="+mn-lt"/>
                <a:ea typeface="+mn-ea"/>
                <a:cs typeface="+mn-cs"/>
              </a:rPr>
              <a:t>entrypoints</a:t>
            </a:r>
            <a:r>
              <a:rPr lang="en-CA" sz="1200" b="0" i="0" kern="1200" dirty="0">
                <a:solidFill>
                  <a:schemeClr val="tx1"/>
                </a:solidFill>
                <a:effectLst/>
                <a:latin typeface="+mn-lt"/>
                <a:ea typeface="+mn-ea"/>
                <a:cs typeface="+mn-cs"/>
              </a:rPr>
              <a:t>.</a:t>
            </a:r>
          </a:p>
          <a:p>
            <a:r>
              <a:rPr lang="en-CA" sz="1200" b="0" i="0" kern="1200" dirty="0">
                <a:solidFill>
                  <a:schemeClr val="tx1"/>
                </a:solidFill>
                <a:effectLst/>
                <a:latin typeface="+mn-lt"/>
                <a:ea typeface="+mn-ea"/>
                <a:cs typeface="+mn-cs"/>
              </a:rPr>
              <a:t>Finally, everything is deployed and managed as code. We use the </a:t>
            </a:r>
            <a:r>
              <a:rPr lang="en-CA" sz="1200" b="1" i="0" kern="1200" dirty="0">
                <a:solidFill>
                  <a:schemeClr val="tx1"/>
                </a:solidFill>
                <a:effectLst/>
                <a:latin typeface="+mn-lt"/>
                <a:ea typeface="+mn-ea"/>
                <a:cs typeface="+mn-cs"/>
              </a:rPr>
              <a:t>AWS Copilot CLI</a:t>
            </a:r>
            <a:r>
              <a:rPr lang="en-CA" sz="1200" b="0" i="0" kern="1200" dirty="0">
                <a:solidFill>
                  <a:schemeClr val="tx1"/>
                </a:solidFill>
                <a:effectLst/>
                <a:latin typeface="+mn-lt"/>
                <a:ea typeface="+mn-ea"/>
                <a:cs typeface="+mn-cs"/>
              </a:rPr>
              <a:t>, which generates and updates </a:t>
            </a:r>
            <a:r>
              <a:rPr lang="en-CA" sz="1200" b="1" i="0" kern="1200" dirty="0">
                <a:solidFill>
                  <a:schemeClr val="tx1"/>
                </a:solidFill>
                <a:effectLst/>
                <a:latin typeface="+mn-lt"/>
                <a:ea typeface="+mn-ea"/>
                <a:cs typeface="+mn-cs"/>
              </a:rPr>
              <a:t>CloudFormation</a:t>
            </a:r>
            <a:r>
              <a:rPr lang="en-CA" sz="1200" b="0" i="0" kern="1200" dirty="0">
                <a:solidFill>
                  <a:schemeClr val="tx1"/>
                </a:solidFill>
                <a:effectLst/>
                <a:latin typeface="+mn-lt"/>
                <a:ea typeface="+mn-ea"/>
                <a:cs typeface="+mn-cs"/>
              </a:rPr>
              <a:t> stacks for our ECS services and environments, and the </a:t>
            </a:r>
            <a:r>
              <a:rPr lang="en-CA" sz="1200" b="1" i="0" kern="1200" dirty="0">
                <a:solidFill>
                  <a:schemeClr val="tx1"/>
                </a:solidFill>
                <a:effectLst/>
                <a:latin typeface="+mn-lt"/>
                <a:ea typeface="+mn-ea"/>
                <a:cs typeface="+mn-cs"/>
              </a:rPr>
              <a:t>AWS CLI</a:t>
            </a:r>
            <a:r>
              <a:rPr lang="en-CA" sz="1200" b="0" i="0" kern="1200" dirty="0">
                <a:solidFill>
                  <a:schemeClr val="tx1"/>
                </a:solidFill>
                <a:effectLst/>
                <a:latin typeface="+mn-lt"/>
                <a:ea typeface="+mn-ea"/>
                <a:cs typeface="+mn-cs"/>
              </a:rPr>
              <a:t> for scripting, diagnostics, and one‑off operational tasks. Together, these services give us a secure, scalable foundation without having to hand‑manage infrastructure for every component.</a:t>
            </a:r>
          </a:p>
          <a:p>
            <a:endParaRPr lang="en-US" dirty="0"/>
          </a:p>
        </p:txBody>
      </p:sp>
      <p:sp>
        <p:nvSpPr>
          <p:cNvPr id="4" name="Slide Number Placeholder 3"/>
          <p:cNvSpPr>
            <a:spLocks noGrp="1"/>
          </p:cNvSpPr>
          <p:nvPr>
            <p:ph type="sldNum" sz="quarter" idx="5"/>
          </p:nvPr>
        </p:nvSpPr>
        <p:spPr/>
        <p:txBody>
          <a:bodyPr/>
          <a:lstStyle/>
          <a:p>
            <a:fld id="{CA9E0534-DD0B-5B46-8679-80C83A4AA004}" type="slidenum">
              <a:rPr lang="en-US" smtClean="0"/>
              <a:t>15</a:t>
            </a:fld>
            <a:endParaRPr lang="en-US"/>
          </a:p>
        </p:txBody>
      </p:sp>
    </p:spTree>
    <p:extLst>
      <p:ext uri="{BB962C8B-B14F-4D97-AF65-F5344CB8AC3E}">
        <p14:creationId xmlns:p14="http://schemas.microsoft.com/office/powerpoint/2010/main" val="127380757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kern="1200" dirty="0">
                <a:solidFill>
                  <a:schemeClr val="tx1"/>
                </a:solidFill>
                <a:effectLst/>
                <a:latin typeface="+mn-lt"/>
                <a:ea typeface="+mn-ea"/>
                <a:cs typeface="+mn-cs"/>
              </a:rPr>
              <a:t>In this slide, I want to show how Emilia behaves as an </a:t>
            </a:r>
            <a:r>
              <a:rPr lang="en-CA" sz="1200" b="1" i="0" kern="1200" dirty="0">
                <a:solidFill>
                  <a:schemeClr val="tx1"/>
                </a:solidFill>
                <a:effectLst/>
                <a:latin typeface="+mn-lt"/>
                <a:ea typeface="+mn-ea"/>
                <a:cs typeface="+mn-cs"/>
              </a:rPr>
              <a:t>agent</a:t>
            </a:r>
            <a:r>
              <a:rPr lang="en-CA" sz="1200" b="0" i="0" kern="1200" dirty="0">
                <a:solidFill>
                  <a:schemeClr val="tx1"/>
                </a:solidFill>
                <a:effectLst/>
                <a:latin typeface="+mn-lt"/>
                <a:ea typeface="+mn-ea"/>
                <a:cs typeface="+mn-cs"/>
              </a:rPr>
              <a:t>, not just a chatbot.</a:t>
            </a:r>
          </a:p>
          <a:p>
            <a:r>
              <a:rPr lang="en-CA" sz="1200" b="0" i="0" kern="1200" dirty="0">
                <a:solidFill>
                  <a:schemeClr val="tx1"/>
                </a:solidFill>
                <a:effectLst/>
                <a:latin typeface="+mn-lt"/>
                <a:ea typeface="+mn-ea"/>
                <a:cs typeface="+mn-cs"/>
              </a:rPr>
              <a:t>A simple chatbot takes your message, generates a single reply from the model, and that’s it. It doesn’t really </a:t>
            </a:r>
            <a:r>
              <a:rPr lang="en-CA" sz="1200" b="0" i="1" kern="1200" dirty="0">
                <a:solidFill>
                  <a:schemeClr val="tx1"/>
                </a:solidFill>
                <a:effectLst/>
                <a:latin typeface="+mn-lt"/>
                <a:ea typeface="+mn-ea"/>
                <a:cs typeface="+mn-cs"/>
              </a:rPr>
              <a:t>do</a:t>
            </a:r>
            <a:r>
              <a:rPr lang="en-CA" sz="1200" b="0" i="0" kern="1200" dirty="0">
                <a:solidFill>
                  <a:schemeClr val="tx1"/>
                </a:solidFill>
                <a:effectLst/>
                <a:latin typeface="+mn-lt"/>
                <a:ea typeface="+mn-ea"/>
                <a:cs typeface="+mn-cs"/>
              </a:rPr>
              <a:t> anything in the world. Emilia, by contrast, follows the flow you see in the architecture diagram.</a:t>
            </a:r>
          </a:p>
          <a:p>
            <a:r>
              <a:rPr lang="en-CA" sz="1200" b="0" i="0" kern="1200" dirty="0">
                <a:solidFill>
                  <a:schemeClr val="tx1"/>
                </a:solidFill>
                <a:effectLst/>
                <a:latin typeface="+mn-lt"/>
                <a:ea typeface="+mn-ea"/>
                <a:cs typeface="+mn-cs"/>
              </a:rPr>
              <a:t>When a user asks a question, the request first goes through the </a:t>
            </a:r>
            <a:r>
              <a:rPr lang="en-CA" sz="1200" b="1" i="0" kern="1200" dirty="0">
                <a:solidFill>
                  <a:schemeClr val="tx1"/>
                </a:solidFill>
                <a:effectLst/>
                <a:latin typeface="+mn-lt"/>
                <a:ea typeface="+mn-ea"/>
                <a:cs typeface="+mn-cs"/>
              </a:rPr>
              <a:t>application server</a:t>
            </a:r>
            <a:r>
              <a:rPr lang="en-CA" sz="1200" b="0" i="0" kern="1200" dirty="0">
                <a:solidFill>
                  <a:schemeClr val="tx1"/>
                </a:solidFill>
                <a:effectLst/>
                <a:latin typeface="+mn-lt"/>
                <a:ea typeface="+mn-ea"/>
                <a:cs typeface="+mn-cs"/>
              </a:rPr>
              <a:t>. The server doesn’t immediately call the LLM: it calls a </a:t>
            </a:r>
            <a:r>
              <a:rPr lang="en-CA" sz="1200" b="1" i="0" kern="1200" dirty="0">
                <a:solidFill>
                  <a:schemeClr val="tx1"/>
                </a:solidFill>
                <a:effectLst/>
                <a:latin typeface="+mn-lt"/>
                <a:ea typeface="+mn-ea"/>
                <a:cs typeface="+mn-cs"/>
              </a:rPr>
              <a:t>search component</a:t>
            </a:r>
            <a:r>
              <a:rPr lang="en-CA" sz="1200" b="0" i="0" kern="1200" dirty="0">
                <a:solidFill>
                  <a:schemeClr val="tx1"/>
                </a:solidFill>
                <a:effectLst/>
                <a:latin typeface="+mn-lt"/>
                <a:ea typeface="+mn-ea"/>
                <a:cs typeface="+mn-cs"/>
              </a:rPr>
              <a:t> that looks into our </a:t>
            </a:r>
            <a:r>
              <a:rPr lang="en-CA" sz="1200" b="1" i="0" kern="1200" dirty="0">
                <a:solidFill>
                  <a:schemeClr val="tx1"/>
                </a:solidFill>
                <a:effectLst/>
                <a:latin typeface="+mn-lt"/>
                <a:ea typeface="+mn-ea"/>
                <a:cs typeface="+mn-cs"/>
              </a:rPr>
              <a:t>knowledge base</a:t>
            </a:r>
            <a:r>
              <a:rPr lang="en-CA" sz="1200" b="0" i="0" kern="1200" dirty="0">
                <a:solidFill>
                  <a:schemeClr val="tx1"/>
                </a:solidFill>
                <a:effectLst/>
                <a:latin typeface="+mn-lt"/>
                <a:ea typeface="+mn-ea"/>
                <a:cs typeface="+mn-cs"/>
              </a:rPr>
              <a:t>—this includes internal data, indexed documents, and external research sources. The search component fetches the most relevant information, sends it back to the server, and only then does the server call the LLM with this enriched context. The final answer is returned to the user with that extra understanding baked in.</a:t>
            </a:r>
          </a:p>
          <a:p>
            <a:r>
              <a:rPr lang="en-CA" sz="1200" b="0" i="0" kern="1200" dirty="0">
                <a:solidFill>
                  <a:schemeClr val="tx1"/>
                </a:solidFill>
                <a:effectLst/>
                <a:latin typeface="+mn-lt"/>
                <a:ea typeface="+mn-ea"/>
                <a:cs typeface="+mn-cs"/>
              </a:rPr>
              <a:t>As an agent, Emilia can also choose from a set of </a:t>
            </a:r>
            <a:r>
              <a:rPr lang="en-CA" sz="1200" b="1" i="0" kern="1200" dirty="0">
                <a:solidFill>
                  <a:schemeClr val="tx1"/>
                </a:solidFill>
                <a:effectLst/>
                <a:latin typeface="+mn-lt"/>
                <a:ea typeface="+mn-ea"/>
                <a:cs typeface="+mn-cs"/>
              </a:rPr>
              <a:t>tools</a:t>
            </a:r>
            <a:r>
              <a:rPr lang="en-CA" sz="1200" b="0" i="0" kern="1200" dirty="0">
                <a:solidFill>
                  <a:schemeClr val="tx1"/>
                </a:solidFill>
                <a:effectLst/>
                <a:latin typeface="+mn-lt"/>
                <a:ea typeface="+mn-ea"/>
                <a:cs typeface="+mn-cs"/>
              </a:rPr>
              <a:t>. She can talk to literature APIs like PubMed or Nature to fetch new papers, spin up a Python environment for quick analysis or plotting, and query databases like PostgreSQL and other internal stores. So instead of just generating text, Emilia is orchestrating a small workflow: plan, retrieve, analyze, and then explain.</a:t>
            </a:r>
          </a:p>
          <a:p>
            <a:endParaRPr lang="en-US" dirty="0"/>
          </a:p>
        </p:txBody>
      </p:sp>
      <p:sp>
        <p:nvSpPr>
          <p:cNvPr id="4" name="Slide Number Placeholder 3"/>
          <p:cNvSpPr>
            <a:spLocks noGrp="1"/>
          </p:cNvSpPr>
          <p:nvPr>
            <p:ph type="sldNum" sz="quarter" idx="5"/>
          </p:nvPr>
        </p:nvSpPr>
        <p:spPr/>
        <p:txBody>
          <a:bodyPr/>
          <a:lstStyle/>
          <a:p>
            <a:fld id="{CA9E0534-DD0B-5B46-8679-80C83A4AA004}" type="slidenum">
              <a:rPr lang="en-US" smtClean="0"/>
              <a:t>16</a:t>
            </a:fld>
            <a:endParaRPr lang="en-US"/>
          </a:p>
        </p:txBody>
      </p:sp>
    </p:spTree>
    <p:extLst>
      <p:ext uri="{BB962C8B-B14F-4D97-AF65-F5344CB8AC3E}">
        <p14:creationId xmlns:p14="http://schemas.microsoft.com/office/powerpoint/2010/main" val="293958136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kern="1200" dirty="0">
                <a:solidFill>
                  <a:schemeClr val="tx1"/>
                </a:solidFill>
                <a:effectLst/>
                <a:latin typeface="+mn-lt"/>
                <a:ea typeface="+mn-ea"/>
                <a:cs typeface="+mn-cs"/>
              </a:rPr>
              <a:t>I want to show what Emilia is doing </a:t>
            </a:r>
            <a:r>
              <a:rPr lang="en-CA" sz="1200" b="1" i="0" kern="1200" dirty="0">
                <a:solidFill>
                  <a:schemeClr val="tx1"/>
                </a:solidFill>
                <a:effectLst/>
                <a:latin typeface="+mn-lt"/>
                <a:ea typeface="+mn-ea"/>
                <a:cs typeface="+mn-cs"/>
              </a:rPr>
              <a:t>inside</a:t>
            </a:r>
            <a:r>
              <a:rPr lang="en-CA" sz="1200" b="0" i="0" kern="1200" dirty="0">
                <a:solidFill>
                  <a:schemeClr val="tx1"/>
                </a:solidFill>
                <a:effectLst/>
                <a:latin typeface="+mn-lt"/>
                <a:ea typeface="+mn-ea"/>
                <a:cs typeface="+mn-cs"/>
              </a:rPr>
              <a:t> when you send a message—at the orchestration level.</a:t>
            </a:r>
          </a:p>
          <a:p>
            <a:r>
              <a:rPr lang="en-CA" sz="1200" b="0" i="0" kern="1200" dirty="0">
                <a:solidFill>
                  <a:schemeClr val="tx1"/>
                </a:solidFill>
                <a:effectLst/>
                <a:latin typeface="+mn-lt"/>
                <a:ea typeface="+mn-ea"/>
                <a:cs typeface="+mn-cs"/>
              </a:rPr>
              <a:t>The first thing that happens is </a:t>
            </a:r>
            <a:r>
              <a:rPr lang="en-CA" sz="1200" b="1" i="0" kern="1200" dirty="0">
                <a:solidFill>
                  <a:schemeClr val="tx1"/>
                </a:solidFill>
                <a:effectLst/>
                <a:latin typeface="+mn-lt"/>
                <a:ea typeface="+mn-ea"/>
                <a:cs typeface="+mn-cs"/>
              </a:rPr>
              <a:t>intent intelligence</a:t>
            </a:r>
            <a:r>
              <a:rPr lang="en-CA" sz="1200" b="0" i="0" kern="1200" dirty="0">
                <a:solidFill>
                  <a:schemeClr val="tx1"/>
                </a:solidFill>
                <a:effectLst/>
                <a:latin typeface="+mn-lt"/>
                <a:ea typeface="+mn-ea"/>
                <a:cs typeface="+mn-cs"/>
              </a:rPr>
              <a:t>. The agent doesn’t just blindly forward the text to a model. It runs an intent analysis step that classifies the question: is this primarily a database question, a literature question, or a mix of both? It also decides whether the user is really asking for a table, a chart, or just a narrative explanation. That same intent model is what lets us, for example, show citations only for true research questions and not when you’re just asking for a simple database count.</a:t>
            </a:r>
          </a:p>
          <a:p>
            <a:r>
              <a:rPr lang="en-CA" sz="1200" b="0" i="0" kern="1200" dirty="0">
                <a:solidFill>
                  <a:schemeClr val="tx1"/>
                </a:solidFill>
                <a:effectLst/>
                <a:latin typeface="+mn-lt"/>
                <a:ea typeface="+mn-ea"/>
                <a:cs typeface="+mn-cs"/>
              </a:rPr>
              <a:t>Based on that intent, the orchestrator then chooses the right </a:t>
            </a:r>
            <a:r>
              <a:rPr lang="en-CA" sz="1200" b="1" i="0" kern="1200" dirty="0">
                <a:solidFill>
                  <a:schemeClr val="tx1"/>
                </a:solidFill>
                <a:effectLst/>
                <a:latin typeface="+mn-lt"/>
                <a:ea typeface="+mn-ea"/>
                <a:cs typeface="+mn-cs"/>
              </a:rPr>
              <a:t>tools</a:t>
            </a:r>
            <a:r>
              <a:rPr lang="en-CA" sz="1200" b="0" i="0" kern="1200" dirty="0">
                <a:solidFill>
                  <a:schemeClr val="tx1"/>
                </a:solidFill>
                <a:effectLst/>
                <a:latin typeface="+mn-lt"/>
                <a:ea typeface="+mn-ea"/>
                <a:cs typeface="+mn-cs"/>
              </a:rPr>
              <a:t>. For internal data questions, it uses our genetics tools to query PostgreSQL and, when appropriate, passes those results into a </a:t>
            </a:r>
            <a:r>
              <a:rPr lang="en-CA" sz="1200" b="0" i="0" kern="1200" dirty="0" err="1">
                <a:solidFill>
                  <a:schemeClr val="tx1"/>
                </a:solidFill>
                <a:effectLst/>
                <a:latin typeface="+mn-lt"/>
                <a:ea typeface="+mn-ea"/>
                <a:cs typeface="+mn-cs"/>
              </a:rPr>
              <a:t>Plotly</a:t>
            </a:r>
            <a:r>
              <a:rPr lang="en-CA" sz="1200" b="0" i="0" kern="1200" dirty="0">
                <a:solidFill>
                  <a:schemeClr val="tx1"/>
                </a:solidFill>
                <a:effectLst/>
                <a:latin typeface="+mn-lt"/>
                <a:ea typeface="+mn-ea"/>
                <a:cs typeface="+mn-cs"/>
              </a:rPr>
              <a:t> chart generator. For research questions, it uses the RAG system: vector retrieval from Chroma plus real‑time calls to APIs like PubMed, </a:t>
            </a:r>
            <a:r>
              <a:rPr lang="en-CA" sz="1200" b="0" i="0" kern="1200" dirty="0" err="1">
                <a:solidFill>
                  <a:schemeClr val="tx1"/>
                </a:solidFill>
                <a:effectLst/>
                <a:latin typeface="+mn-lt"/>
                <a:ea typeface="+mn-ea"/>
                <a:cs typeface="+mn-cs"/>
              </a:rPr>
              <a:t>OpenAlex</a:t>
            </a:r>
            <a:r>
              <a:rPr lang="en-CA" sz="1200" b="0" i="0" kern="1200" dirty="0">
                <a:solidFill>
                  <a:schemeClr val="tx1"/>
                </a:solidFill>
                <a:effectLst/>
                <a:latin typeface="+mn-lt"/>
                <a:ea typeface="+mn-ea"/>
                <a:cs typeface="+mn-cs"/>
              </a:rPr>
              <a:t>, or other literature sources. For mixed questions, it can do both—pull internal stats and external papers—and merge them.</a:t>
            </a:r>
          </a:p>
          <a:p>
            <a:r>
              <a:rPr lang="en-CA" sz="1200" b="0" i="0" kern="1200" dirty="0">
                <a:solidFill>
                  <a:schemeClr val="tx1"/>
                </a:solidFill>
                <a:effectLst/>
                <a:latin typeface="+mn-lt"/>
                <a:ea typeface="+mn-ea"/>
                <a:cs typeface="+mn-cs"/>
              </a:rPr>
              <a:t>Finally, Emilia turns everything into a response that’s easy to consume. The orchestrator shapes the output into </a:t>
            </a:r>
            <a:r>
              <a:rPr lang="en-CA" sz="1200" b="1" i="0" kern="1200" dirty="0">
                <a:solidFill>
                  <a:schemeClr val="tx1"/>
                </a:solidFill>
                <a:effectLst/>
                <a:latin typeface="+mn-lt"/>
                <a:ea typeface="+mn-ea"/>
                <a:cs typeface="+mn-cs"/>
              </a:rPr>
              <a:t>natural language plus artifacts</a:t>
            </a:r>
            <a:r>
              <a:rPr lang="en-CA" sz="1200" b="0" i="0" kern="1200" dirty="0">
                <a:solidFill>
                  <a:schemeClr val="tx1"/>
                </a:solidFill>
                <a:effectLst/>
                <a:latin typeface="+mn-lt"/>
                <a:ea typeface="+mn-ea"/>
                <a:cs typeface="+mn-cs"/>
              </a:rPr>
              <a:t>: a clear explanation in plain language, structured tables and charts when they help, and a citation block only when the intent and the data actually justify it. This is the same flow we hardened during our frontend table and chart refinement work, where we made sure that database queries show clean tables and charts, and research queries show clean citations, without mixing the two by accident.</a:t>
            </a:r>
          </a:p>
          <a:p>
            <a:endParaRPr lang="en-US" dirty="0"/>
          </a:p>
        </p:txBody>
      </p:sp>
      <p:sp>
        <p:nvSpPr>
          <p:cNvPr id="4" name="Slide Number Placeholder 3"/>
          <p:cNvSpPr>
            <a:spLocks noGrp="1"/>
          </p:cNvSpPr>
          <p:nvPr>
            <p:ph type="sldNum" sz="quarter" idx="5"/>
          </p:nvPr>
        </p:nvSpPr>
        <p:spPr/>
        <p:txBody>
          <a:bodyPr/>
          <a:lstStyle/>
          <a:p>
            <a:fld id="{CA9E0534-DD0B-5B46-8679-80C83A4AA004}" type="slidenum">
              <a:rPr lang="en-US" smtClean="0"/>
              <a:t>17</a:t>
            </a:fld>
            <a:endParaRPr lang="en-US"/>
          </a:p>
        </p:txBody>
      </p:sp>
    </p:spTree>
    <p:extLst>
      <p:ext uri="{BB962C8B-B14F-4D97-AF65-F5344CB8AC3E}">
        <p14:creationId xmlns:p14="http://schemas.microsoft.com/office/powerpoint/2010/main" val="22747644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kern="1200" dirty="0">
                <a:solidFill>
                  <a:schemeClr val="tx1"/>
                </a:solidFill>
                <a:effectLst/>
                <a:latin typeface="+mn-lt"/>
                <a:ea typeface="+mn-ea"/>
                <a:cs typeface="+mn-cs"/>
              </a:rPr>
              <a:t>First, the system supports </a:t>
            </a:r>
            <a:r>
              <a:rPr lang="en-CA" sz="1200" b="1" i="0" kern="1200" dirty="0">
                <a:solidFill>
                  <a:schemeClr val="tx1"/>
                </a:solidFill>
                <a:effectLst/>
                <a:latin typeface="+mn-lt"/>
                <a:ea typeface="+mn-ea"/>
                <a:cs typeface="+mn-cs"/>
              </a:rPr>
              <a:t>natural‑language SQL</a:t>
            </a:r>
            <a:r>
              <a:rPr lang="en-CA" sz="1200" b="0" i="0" kern="1200" dirty="0">
                <a:solidFill>
                  <a:schemeClr val="tx1"/>
                </a:solidFill>
                <a:effectLst/>
                <a:latin typeface="+mn-lt"/>
                <a:ea typeface="+mn-ea"/>
                <a:cs typeface="+mn-cs"/>
              </a:rPr>
              <a:t>. That means farmers and researchers can ask questions like ‘Count animals by sex’ or ‘Show me the top 10 breeds by growth’ in plain English. A </a:t>
            </a:r>
            <a:r>
              <a:rPr lang="en-CA" sz="1200" b="0" i="0" kern="1200" dirty="0" err="1">
                <a:solidFill>
                  <a:schemeClr val="tx1"/>
                </a:solidFill>
                <a:effectLst/>
                <a:latin typeface="+mn-lt"/>
                <a:ea typeface="+mn-ea"/>
                <a:cs typeface="+mn-cs"/>
              </a:rPr>
              <a:t>LangChain</a:t>
            </a:r>
            <a:r>
              <a:rPr lang="en-CA" sz="1200" b="0" i="0" kern="1200" dirty="0">
                <a:solidFill>
                  <a:schemeClr val="tx1"/>
                </a:solidFill>
                <a:effectLst/>
                <a:latin typeface="+mn-lt"/>
                <a:ea typeface="+mn-ea"/>
                <a:cs typeface="+mn-cs"/>
              </a:rPr>
              <a:t> SQL agent interprets the query, generates the appropriate SQL, and returns structured tables, not just raw text.</a:t>
            </a:r>
          </a:p>
          <a:p>
            <a:r>
              <a:rPr lang="en-CA" sz="1200" b="0" i="0" kern="1200" dirty="0">
                <a:solidFill>
                  <a:schemeClr val="tx1"/>
                </a:solidFill>
                <a:effectLst/>
                <a:latin typeface="+mn-lt"/>
                <a:ea typeface="+mn-ea"/>
                <a:cs typeface="+mn-cs"/>
              </a:rPr>
              <a:t>On top of that, we added </a:t>
            </a:r>
            <a:r>
              <a:rPr lang="en-CA" sz="1200" b="1" i="0" kern="1200" dirty="0">
                <a:solidFill>
                  <a:schemeClr val="tx1"/>
                </a:solidFill>
                <a:effectLst/>
                <a:latin typeface="+mn-lt"/>
                <a:ea typeface="+mn-ea"/>
                <a:cs typeface="+mn-cs"/>
              </a:rPr>
              <a:t>data‑aware summarization and visualization</a:t>
            </a:r>
            <a:r>
              <a:rPr lang="en-CA" sz="1200" b="0" i="0" kern="1200" dirty="0">
                <a:solidFill>
                  <a:schemeClr val="tx1"/>
                </a:solidFill>
                <a:effectLst/>
                <a:latin typeface="+mn-lt"/>
                <a:ea typeface="+mn-ea"/>
                <a:cs typeface="+mn-cs"/>
              </a:rPr>
              <a:t>. Emilia doesn’t just dump rows; she understands what’s in the table and produces short explanations, and when it makes sense, she returns </a:t>
            </a:r>
            <a:r>
              <a:rPr lang="en-CA" sz="1200" b="1" i="0" kern="1200" dirty="0">
                <a:solidFill>
                  <a:schemeClr val="tx1"/>
                </a:solidFill>
                <a:effectLst/>
                <a:latin typeface="+mn-lt"/>
                <a:ea typeface="+mn-ea"/>
                <a:cs typeface="+mn-cs"/>
              </a:rPr>
              <a:t>interactive </a:t>
            </a:r>
            <a:r>
              <a:rPr lang="en-CA" sz="1200" b="1" i="0" kern="1200" dirty="0" err="1">
                <a:solidFill>
                  <a:schemeClr val="tx1"/>
                </a:solidFill>
                <a:effectLst/>
                <a:latin typeface="+mn-lt"/>
                <a:ea typeface="+mn-ea"/>
                <a:cs typeface="+mn-cs"/>
              </a:rPr>
              <a:t>Plotly</a:t>
            </a:r>
            <a:r>
              <a:rPr lang="en-CA" sz="1200" b="1" i="0" kern="1200" dirty="0">
                <a:solidFill>
                  <a:schemeClr val="tx1"/>
                </a:solidFill>
                <a:effectLst/>
                <a:latin typeface="+mn-lt"/>
                <a:ea typeface="+mn-ea"/>
                <a:cs typeface="+mn-cs"/>
              </a:rPr>
              <a:t> charts</a:t>
            </a:r>
            <a:r>
              <a:rPr lang="en-CA" sz="1200" b="0" i="0" kern="1200" dirty="0">
                <a:solidFill>
                  <a:schemeClr val="tx1"/>
                </a:solidFill>
                <a:effectLst/>
                <a:latin typeface="+mn-lt"/>
                <a:ea typeface="+mn-ea"/>
                <a:cs typeface="+mn-cs"/>
              </a:rPr>
              <a:t>—for trends, distributions, PCA plots, or even GWAS Manhattan plots.</a:t>
            </a:r>
          </a:p>
          <a:p>
            <a:r>
              <a:rPr lang="en-CA" sz="1200" b="0" i="0" kern="1200" dirty="0">
                <a:solidFill>
                  <a:schemeClr val="tx1"/>
                </a:solidFill>
                <a:effectLst/>
                <a:latin typeface="+mn-lt"/>
                <a:ea typeface="+mn-ea"/>
                <a:cs typeface="+mn-cs"/>
              </a:rPr>
              <a:t>For more advanced users, we’ve wired in </a:t>
            </a:r>
            <a:r>
              <a:rPr lang="en-CA" sz="1200" b="1" i="0" kern="1200" dirty="0">
                <a:solidFill>
                  <a:schemeClr val="tx1"/>
                </a:solidFill>
                <a:effectLst/>
                <a:latin typeface="+mn-lt"/>
                <a:ea typeface="+mn-ea"/>
                <a:cs typeface="+mn-cs"/>
              </a:rPr>
              <a:t>statistical tools</a:t>
            </a:r>
            <a:r>
              <a:rPr lang="en-CA" sz="1200" b="0" i="0" kern="1200" dirty="0">
                <a:solidFill>
                  <a:schemeClr val="tx1"/>
                </a:solidFill>
                <a:effectLst/>
                <a:latin typeface="+mn-lt"/>
                <a:ea typeface="+mn-ea"/>
                <a:cs typeface="+mn-cs"/>
              </a:rPr>
              <a:t> behind the scenes: regression, random forest models, Q‑Q plots and similar analyses can be triggered through /chat, with the results coming back as both charts and narrative explanations.</a:t>
            </a:r>
          </a:p>
          <a:p>
            <a:r>
              <a:rPr lang="en-CA" sz="1200" b="0" i="0" kern="1200" dirty="0">
                <a:solidFill>
                  <a:schemeClr val="tx1"/>
                </a:solidFill>
                <a:effectLst/>
                <a:latin typeface="+mn-lt"/>
                <a:ea typeface="+mn-ea"/>
                <a:cs typeface="+mn-cs"/>
              </a:rPr>
              <a:t>The research side is handled by a </a:t>
            </a:r>
            <a:r>
              <a:rPr lang="en-CA" sz="1200" b="1" i="0" kern="1200" dirty="0">
                <a:solidFill>
                  <a:schemeClr val="tx1"/>
                </a:solidFill>
                <a:effectLst/>
                <a:latin typeface="+mn-lt"/>
                <a:ea typeface="+mn-ea"/>
                <a:cs typeface="+mn-cs"/>
              </a:rPr>
              <a:t>RAG layer over scientific literature</a:t>
            </a:r>
            <a:r>
              <a:rPr lang="en-CA" sz="1200" b="0" i="0" kern="1200" dirty="0">
                <a:solidFill>
                  <a:schemeClr val="tx1"/>
                </a:solidFill>
                <a:effectLst/>
                <a:latin typeface="+mn-lt"/>
                <a:ea typeface="+mn-ea"/>
                <a:cs typeface="+mn-cs"/>
              </a:rPr>
              <a:t>, including </a:t>
            </a:r>
            <a:r>
              <a:rPr lang="en-CA" sz="1200" b="0" i="0" kern="1200" dirty="0" err="1">
                <a:solidFill>
                  <a:schemeClr val="tx1"/>
                </a:solidFill>
                <a:effectLst/>
                <a:latin typeface="+mn-lt"/>
                <a:ea typeface="+mn-ea"/>
                <a:cs typeface="+mn-cs"/>
              </a:rPr>
              <a:t>arXiv</a:t>
            </a:r>
            <a:r>
              <a:rPr lang="en-CA" sz="1200" b="0" i="0" kern="1200" dirty="0">
                <a:solidFill>
                  <a:schemeClr val="tx1"/>
                </a:solidFill>
                <a:effectLst/>
                <a:latin typeface="+mn-lt"/>
                <a:ea typeface="+mn-ea"/>
                <a:cs typeface="+mn-cs"/>
              </a:rPr>
              <a:t> and other journal sources, so when the intent is research‑oriented, Emilia can pull in relevant papers and cite them. And for people who want to reproduce or extend the work, the responses can include </a:t>
            </a:r>
            <a:r>
              <a:rPr lang="en-CA" sz="1200" b="1" i="0" kern="1200" dirty="0">
                <a:solidFill>
                  <a:schemeClr val="tx1"/>
                </a:solidFill>
                <a:effectLst/>
                <a:latin typeface="+mn-lt"/>
                <a:ea typeface="+mn-ea"/>
                <a:cs typeface="+mn-cs"/>
              </a:rPr>
              <a:t>copyable code snippets</a:t>
            </a:r>
            <a:r>
              <a:rPr lang="en-CA" sz="1200" b="0" i="0" kern="1200" dirty="0">
                <a:solidFill>
                  <a:schemeClr val="tx1"/>
                </a:solidFill>
                <a:effectLst/>
                <a:latin typeface="+mn-lt"/>
                <a:ea typeface="+mn-ea"/>
                <a:cs typeface="+mn-cs"/>
              </a:rPr>
              <a:t> with syntax highlighting.</a:t>
            </a:r>
          </a:p>
          <a:p>
            <a:r>
              <a:rPr lang="en-CA" sz="1200" b="0" i="0" kern="1200" dirty="0">
                <a:solidFill>
                  <a:schemeClr val="tx1"/>
                </a:solidFill>
                <a:effectLst/>
                <a:latin typeface="+mn-lt"/>
                <a:ea typeface="+mn-ea"/>
                <a:cs typeface="+mn-cs"/>
              </a:rPr>
              <a:t>Finally, all of these features are controlled via simple </a:t>
            </a:r>
            <a:r>
              <a:rPr lang="en-CA" sz="1200" b="1" i="0" kern="1200" dirty="0">
                <a:solidFill>
                  <a:schemeClr val="tx1"/>
                </a:solidFill>
                <a:effectLst/>
                <a:latin typeface="+mn-lt"/>
                <a:ea typeface="+mn-ea"/>
                <a:cs typeface="+mn-cs"/>
              </a:rPr>
              <a:t>feature flags</a:t>
            </a:r>
            <a:r>
              <a:rPr lang="en-CA" sz="1200" b="0" i="0" kern="1200" dirty="0">
                <a:solidFill>
                  <a:schemeClr val="tx1"/>
                </a:solidFill>
                <a:effectLst/>
                <a:latin typeface="+mn-lt"/>
                <a:ea typeface="+mn-ea"/>
                <a:cs typeface="+mn-cs"/>
              </a:rPr>
              <a:t> in the environment—LLM in chat, the </a:t>
            </a:r>
            <a:r>
              <a:rPr lang="en-CA" sz="1200" b="0" i="0" kern="1200" dirty="0" err="1">
                <a:solidFill>
                  <a:schemeClr val="tx1"/>
                </a:solidFill>
                <a:effectLst/>
                <a:latin typeface="+mn-lt"/>
                <a:ea typeface="+mn-ea"/>
                <a:cs typeface="+mn-cs"/>
              </a:rPr>
              <a:t>LangChain</a:t>
            </a:r>
            <a:r>
              <a:rPr lang="en-CA" sz="1200" b="0" i="0" kern="1200" dirty="0">
                <a:solidFill>
                  <a:schemeClr val="tx1"/>
                </a:solidFill>
                <a:effectLst/>
                <a:latin typeface="+mn-lt"/>
                <a:ea typeface="+mn-ea"/>
                <a:cs typeface="+mn-cs"/>
              </a:rPr>
              <a:t> summarizer, charts, and RAG are all enabled by default, but we can turn them on or off per environment to manage cost or experiment safely.</a:t>
            </a:r>
          </a:p>
          <a:p>
            <a:endParaRPr lang="en-US" dirty="0"/>
          </a:p>
        </p:txBody>
      </p:sp>
      <p:sp>
        <p:nvSpPr>
          <p:cNvPr id="4" name="Slide Number Placeholder 3"/>
          <p:cNvSpPr>
            <a:spLocks noGrp="1"/>
          </p:cNvSpPr>
          <p:nvPr>
            <p:ph type="sldNum" sz="quarter" idx="5"/>
          </p:nvPr>
        </p:nvSpPr>
        <p:spPr/>
        <p:txBody>
          <a:bodyPr/>
          <a:lstStyle/>
          <a:p>
            <a:fld id="{CA9E0534-DD0B-5B46-8679-80C83A4AA004}" type="slidenum">
              <a:rPr lang="en-US" smtClean="0"/>
              <a:t>18</a:t>
            </a:fld>
            <a:endParaRPr lang="en-US"/>
          </a:p>
        </p:txBody>
      </p:sp>
    </p:spTree>
    <p:extLst>
      <p:ext uri="{BB962C8B-B14F-4D97-AF65-F5344CB8AC3E}">
        <p14:creationId xmlns:p14="http://schemas.microsoft.com/office/powerpoint/2010/main" val="33657289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kern="1200" dirty="0">
                <a:solidFill>
                  <a:schemeClr val="tx1"/>
                </a:solidFill>
                <a:effectLst/>
                <a:latin typeface="+mn-lt"/>
                <a:ea typeface="+mn-ea"/>
                <a:cs typeface="+mn-cs"/>
              </a:rPr>
              <a:t>For farmers, Emilia is designed to feel like a knowledgeable advisor that lives inside their own data. Instead of dumping tables or genetic codes on them, she translates everything into plain language and very specific next steps.</a:t>
            </a:r>
          </a:p>
          <a:p>
            <a:r>
              <a:rPr lang="en-CA" sz="1200" b="0" i="0" kern="1200" dirty="0">
                <a:solidFill>
                  <a:schemeClr val="tx1"/>
                </a:solidFill>
                <a:effectLst/>
                <a:latin typeface="+mn-lt"/>
                <a:ea typeface="+mn-ea"/>
                <a:cs typeface="+mn-cs"/>
              </a:rPr>
              <a:t>Because the platform has access to the farm’s own records in PostgreSQL and can generate visualizations with </a:t>
            </a:r>
            <a:r>
              <a:rPr lang="en-CA" sz="1200" b="0" i="0" kern="1200" dirty="0" err="1">
                <a:solidFill>
                  <a:schemeClr val="tx1"/>
                </a:solidFill>
                <a:effectLst/>
                <a:latin typeface="+mn-lt"/>
                <a:ea typeface="+mn-ea"/>
                <a:cs typeface="+mn-cs"/>
              </a:rPr>
              <a:t>Plotly</a:t>
            </a:r>
            <a:r>
              <a:rPr lang="en-CA" sz="1200" b="0" i="0" kern="1200" dirty="0">
                <a:solidFill>
                  <a:schemeClr val="tx1"/>
                </a:solidFill>
                <a:effectLst/>
                <a:latin typeface="+mn-lt"/>
                <a:ea typeface="+mn-ea"/>
                <a:cs typeface="+mn-cs"/>
              </a:rPr>
              <a:t>, farmers can ask for concrete views of their herd: for example, ‘Show me a graph of test‑day milk weight for each cow over the last six months and highlight anyone below the herd average.’ Emilia will query the genetics database, build the table, and return a clear chart that makes those animals obvious.</a:t>
            </a:r>
          </a:p>
          <a:p>
            <a:r>
              <a:rPr lang="en-CA" sz="1200" b="0" i="0" kern="1200" dirty="0">
                <a:solidFill>
                  <a:schemeClr val="tx1"/>
                </a:solidFill>
                <a:effectLst/>
                <a:latin typeface="+mn-lt"/>
                <a:ea typeface="+mn-ea"/>
                <a:cs typeface="+mn-cs"/>
              </a:rPr>
              <a:t>They can also ask more strategic questions, like ‘Based on my herd and the current proofs, which sires are best for improving fertility in this group of heifers?’ or ‘Given this animal’s health and insemination history, when is the best window for AI?’ Behind the scenes, the agent uses intent detection to recognize that these are database‑plus‑analytics questions, calls the internal genetics tools, and only then generates a recommendation in simple language.</a:t>
            </a:r>
          </a:p>
          <a:p>
            <a:r>
              <a:rPr lang="en-CA" sz="1200" b="0" i="0" kern="1200" dirty="0">
                <a:solidFill>
                  <a:schemeClr val="tx1"/>
                </a:solidFill>
                <a:effectLst/>
                <a:latin typeface="+mn-lt"/>
                <a:ea typeface="+mn-ea"/>
                <a:cs typeface="+mn-cs"/>
              </a:rPr>
              <a:t>The key idea is that farmers don’t need to know SQL, statistics, or genetics jargon. They just describe what they want to see or decide, and Emilia uses the data, charts, and rules we’ve built to support that decision in a way that’s accessible from a phone in the barn or a laptop in the office.</a:t>
            </a:r>
          </a:p>
          <a:p>
            <a:endParaRPr lang="en-US" dirty="0"/>
          </a:p>
        </p:txBody>
      </p:sp>
      <p:sp>
        <p:nvSpPr>
          <p:cNvPr id="4" name="Slide Number Placeholder 3"/>
          <p:cNvSpPr>
            <a:spLocks noGrp="1"/>
          </p:cNvSpPr>
          <p:nvPr>
            <p:ph type="sldNum" sz="quarter" idx="5"/>
          </p:nvPr>
        </p:nvSpPr>
        <p:spPr/>
        <p:txBody>
          <a:bodyPr/>
          <a:lstStyle/>
          <a:p>
            <a:fld id="{CA9E0534-DD0B-5B46-8679-80C83A4AA004}" type="slidenum">
              <a:rPr lang="en-US" smtClean="0"/>
              <a:t>19</a:t>
            </a:fld>
            <a:endParaRPr lang="en-US"/>
          </a:p>
        </p:txBody>
      </p:sp>
    </p:spTree>
    <p:extLst>
      <p:ext uri="{BB962C8B-B14F-4D97-AF65-F5344CB8AC3E}">
        <p14:creationId xmlns:p14="http://schemas.microsoft.com/office/powerpoint/2010/main" val="327354850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kern="1200" dirty="0">
                <a:solidFill>
                  <a:schemeClr val="tx1"/>
                </a:solidFill>
                <a:effectLst/>
                <a:latin typeface="+mn-lt"/>
                <a:ea typeface="+mn-ea"/>
                <a:cs typeface="+mn-cs"/>
              </a:rPr>
              <a:t>For researchers, Emilia is less of a tutor and more of a collaborator. She understands the internal genetics schema in PostgreSQL, and she has tools to generate tables and visualizations directly from that data. That means a researcher can say something like, ‘Run a PCA on growth and carcass traits for this cohort and show me clusters by breed,’ and Emilia will not only run the internal query, but also return a properly structured table and a PCA scatter plot that renders right inside the chat interface.</a:t>
            </a:r>
          </a:p>
          <a:p>
            <a:r>
              <a:rPr lang="en-CA" sz="1200" b="0" i="0" kern="1200" dirty="0">
                <a:solidFill>
                  <a:schemeClr val="tx1"/>
                </a:solidFill>
                <a:effectLst/>
                <a:latin typeface="+mn-lt"/>
                <a:ea typeface="+mn-ea"/>
                <a:cs typeface="+mn-cs"/>
              </a:rPr>
              <a:t>Where it becomes especially powerful is when we combine internal analysis with external research. The agent uses a hybrid RAG system over Chroma and a set of real‑time APIs—PubMed, </a:t>
            </a:r>
            <a:r>
              <a:rPr lang="en-CA" sz="1200" b="0" i="0" kern="1200" dirty="0" err="1">
                <a:solidFill>
                  <a:schemeClr val="tx1"/>
                </a:solidFill>
                <a:effectLst/>
                <a:latin typeface="+mn-lt"/>
                <a:ea typeface="+mn-ea"/>
                <a:cs typeface="+mn-cs"/>
              </a:rPr>
              <a:t>OpenAlex</a:t>
            </a:r>
            <a:r>
              <a:rPr lang="en-CA" sz="1200" b="0" i="0" kern="1200" dirty="0">
                <a:solidFill>
                  <a:schemeClr val="tx1"/>
                </a:solidFill>
                <a:effectLst/>
                <a:latin typeface="+mn-lt"/>
                <a:ea typeface="+mn-ea"/>
                <a:cs typeface="+mn-cs"/>
              </a:rPr>
              <a:t>, Nature, and others. So a question like, ‘Explain the top SNPs influencing this GWAS peak and list recent papers that discuss those markers in similar environments,’ triggers two paths: one to summarize the internal GWAS results from PostgreSQL, and another to fetch, rank, and embed relevant literature. The final answer explains the pattern in the internal data and cites specific papers that support or challenge those findings.</a:t>
            </a:r>
          </a:p>
          <a:p>
            <a:r>
              <a:rPr lang="en-CA" sz="1200" b="0" i="0" kern="1200" dirty="0">
                <a:solidFill>
                  <a:schemeClr val="tx1"/>
                </a:solidFill>
                <a:effectLst/>
                <a:latin typeface="+mn-lt"/>
                <a:ea typeface="+mn-ea"/>
                <a:cs typeface="+mn-cs"/>
              </a:rPr>
              <a:t>Researchers can also ask context‑aware questions such as, ‘Compare fertility traits for my high‑risk group against published benchmarks,’ or ‘Find the latest open‑access work on heat‑stress tolerance in dairy cattle and relate it to our 2023 trial data.’ Because of the role‑aware design in the user‑backend, Emilia knows when the user is acting as a researcher and adjusts the level of detail, the type of tools she uses, and the style of explanation accordingly. The end result is less time spent wiring data and hunting PDFs, and more time interpreting results and designing the next experiment.</a:t>
            </a:r>
          </a:p>
          <a:p>
            <a:endParaRPr lang="en-US" dirty="0"/>
          </a:p>
        </p:txBody>
      </p:sp>
      <p:sp>
        <p:nvSpPr>
          <p:cNvPr id="4" name="Slide Number Placeholder 3"/>
          <p:cNvSpPr>
            <a:spLocks noGrp="1"/>
          </p:cNvSpPr>
          <p:nvPr>
            <p:ph type="sldNum" sz="quarter" idx="5"/>
          </p:nvPr>
        </p:nvSpPr>
        <p:spPr/>
        <p:txBody>
          <a:bodyPr/>
          <a:lstStyle/>
          <a:p>
            <a:fld id="{CA9E0534-DD0B-5B46-8679-80C83A4AA004}" type="slidenum">
              <a:rPr lang="en-US" smtClean="0"/>
              <a:t>20</a:t>
            </a:fld>
            <a:endParaRPr lang="en-US"/>
          </a:p>
        </p:txBody>
      </p:sp>
    </p:spTree>
    <p:extLst>
      <p:ext uri="{BB962C8B-B14F-4D97-AF65-F5344CB8AC3E}">
        <p14:creationId xmlns:p14="http://schemas.microsoft.com/office/powerpoint/2010/main" val="249477140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kern="1200" dirty="0">
                <a:solidFill>
                  <a:schemeClr val="tx1"/>
                </a:solidFill>
                <a:effectLst/>
                <a:latin typeface="+mn-lt"/>
                <a:ea typeface="+mn-ea"/>
                <a:cs typeface="+mn-cs"/>
              </a:rPr>
              <a:t>The first big item on the roadmap is a dedicated </a:t>
            </a:r>
            <a:r>
              <a:rPr lang="en-CA" sz="1200" b="1" i="0" kern="1200" dirty="0">
                <a:solidFill>
                  <a:schemeClr val="tx1"/>
                </a:solidFill>
                <a:effectLst/>
                <a:latin typeface="+mn-lt"/>
                <a:ea typeface="+mn-ea"/>
                <a:cs typeface="+mn-cs"/>
              </a:rPr>
              <a:t>cloud research environment</a:t>
            </a:r>
            <a:r>
              <a:rPr lang="en-CA" sz="1200" b="0" i="0" kern="1200" dirty="0">
                <a:solidFill>
                  <a:schemeClr val="tx1"/>
                </a:solidFill>
                <a:effectLst/>
                <a:latin typeface="+mn-lt"/>
                <a:ea typeface="+mn-ea"/>
                <a:cs typeface="+mn-cs"/>
              </a:rPr>
              <a:t>. Instead of only using the central chat interface, each user would have access to RStudio Server or </a:t>
            </a:r>
            <a:r>
              <a:rPr lang="en-CA" sz="1200" b="0" i="0" kern="1200" dirty="0" err="1">
                <a:solidFill>
                  <a:schemeClr val="tx1"/>
                </a:solidFill>
                <a:effectLst/>
                <a:latin typeface="+mn-lt"/>
                <a:ea typeface="+mn-ea"/>
                <a:cs typeface="+mn-cs"/>
              </a:rPr>
              <a:t>JupyterHub</a:t>
            </a:r>
            <a:r>
              <a:rPr lang="en-CA" sz="1200" b="0" i="0" kern="1200" dirty="0">
                <a:solidFill>
                  <a:schemeClr val="tx1"/>
                </a:solidFill>
                <a:effectLst/>
                <a:latin typeface="+mn-lt"/>
                <a:ea typeface="+mn-ea"/>
                <a:cs typeface="+mn-cs"/>
              </a:rPr>
              <a:t> workspaces that are tied to their platform account and role.</a:t>
            </a:r>
          </a:p>
          <a:p>
            <a:r>
              <a:rPr lang="en-CA" sz="1200" b="0" i="0" kern="1200" dirty="0">
                <a:solidFill>
                  <a:schemeClr val="tx1"/>
                </a:solidFill>
                <a:effectLst/>
                <a:latin typeface="+mn-lt"/>
                <a:ea typeface="+mn-ea"/>
                <a:cs typeface="+mn-cs"/>
              </a:rPr>
              <a:t>Inside that environment, they won’t be restricted to just the genetics database. They can </a:t>
            </a:r>
            <a:r>
              <a:rPr lang="en-CA" sz="1200" b="1" i="0" kern="1200" dirty="0">
                <a:solidFill>
                  <a:schemeClr val="tx1"/>
                </a:solidFill>
                <a:effectLst/>
                <a:latin typeface="+mn-lt"/>
                <a:ea typeface="+mn-ea"/>
                <a:cs typeface="+mn-cs"/>
              </a:rPr>
              <a:t>bring their own data</a:t>
            </a:r>
            <a:r>
              <a:rPr lang="en-CA" sz="1200" b="0" i="0" kern="1200" dirty="0">
                <a:solidFill>
                  <a:schemeClr val="tx1"/>
                </a:solidFill>
                <a:effectLst/>
                <a:latin typeface="+mn-lt"/>
                <a:ea typeface="+mn-ea"/>
                <a:cs typeface="+mn-cs"/>
              </a:rPr>
              <a:t>—farm spreadsheets, trial CSVs, exported sensor data—and combine it with the platform’s internal genetics tables. Because these workspaces run on </a:t>
            </a:r>
            <a:r>
              <a:rPr lang="en-CA" sz="1200" b="1" i="0" kern="1200" dirty="0">
                <a:solidFill>
                  <a:schemeClr val="tx1"/>
                </a:solidFill>
                <a:effectLst/>
                <a:latin typeface="+mn-lt"/>
                <a:ea typeface="+mn-ea"/>
                <a:cs typeface="+mn-cs"/>
              </a:rPr>
              <a:t>auto‑scaling AWS infrastructure</a:t>
            </a:r>
            <a:r>
              <a:rPr lang="en-CA" sz="1200" b="0" i="0" kern="1200" dirty="0">
                <a:solidFill>
                  <a:schemeClr val="tx1"/>
                </a:solidFill>
                <a:effectLst/>
                <a:latin typeface="+mn-lt"/>
                <a:ea typeface="+mn-ea"/>
                <a:cs typeface="+mn-cs"/>
              </a:rPr>
              <a:t>, they aren’t limited by laptop memory or CPU. If a researcher wants to run a heavy GWAS on millions of records or a long simulation, it runs on scalable servers rather than freezing their machine.</a:t>
            </a:r>
          </a:p>
          <a:p>
            <a:r>
              <a:rPr lang="en-CA" sz="1200" b="0" i="0" kern="1200" dirty="0">
                <a:solidFill>
                  <a:schemeClr val="tx1"/>
                </a:solidFill>
                <a:effectLst/>
                <a:latin typeface="+mn-lt"/>
                <a:ea typeface="+mn-ea"/>
                <a:cs typeface="+mn-cs"/>
              </a:rPr>
              <a:t>Alongside that, we’re planning </a:t>
            </a:r>
            <a:r>
              <a:rPr lang="en-CA" sz="1200" b="1" i="0" kern="1200" dirty="0">
                <a:solidFill>
                  <a:schemeClr val="tx1"/>
                </a:solidFill>
                <a:effectLst/>
                <a:latin typeface="+mn-lt"/>
                <a:ea typeface="+mn-ea"/>
                <a:cs typeface="+mn-cs"/>
              </a:rPr>
              <a:t>animal behaviour video analysis</a:t>
            </a:r>
            <a:r>
              <a:rPr lang="en-CA" sz="1200" b="0" i="0" kern="1200" dirty="0">
                <a:solidFill>
                  <a:schemeClr val="tx1"/>
                </a:solidFill>
                <a:effectLst/>
                <a:latin typeface="+mn-lt"/>
                <a:ea typeface="+mn-ea"/>
                <a:cs typeface="+mn-cs"/>
              </a:rPr>
              <a:t>. Today, tools like BORIS require a lot of manual annotation. Our goal is to stream video from barn or pen cameras, run computer‑vision models to automatically label behaviours like lying, feeding, or signs of lameness, and feed those annotations back into the same data platform. Then Emilia can answer questions like, ‘Compare lying time and milk yield for cows flagged as lame versus healthy,’ combining behaviour data with genetics and production.</a:t>
            </a:r>
          </a:p>
          <a:p>
            <a:r>
              <a:rPr lang="en-CA" sz="1200" b="0" i="0" kern="1200" dirty="0">
                <a:solidFill>
                  <a:schemeClr val="tx1"/>
                </a:solidFill>
                <a:effectLst/>
                <a:latin typeface="+mn-lt"/>
                <a:ea typeface="+mn-ea"/>
                <a:cs typeface="+mn-cs"/>
              </a:rPr>
              <a:t>These pieces aren’t live yet, but they show where we’re going: a dedicated, cloud‑scale environment where users can analyse </a:t>
            </a:r>
            <a:r>
              <a:rPr lang="en-CA" sz="1200" b="1" i="0" kern="1200" dirty="0">
                <a:solidFill>
                  <a:schemeClr val="tx1"/>
                </a:solidFill>
                <a:effectLst/>
                <a:latin typeface="+mn-lt"/>
                <a:ea typeface="+mn-ea"/>
                <a:cs typeface="+mn-cs"/>
              </a:rPr>
              <a:t>their own data plus large shared datasets</a:t>
            </a:r>
            <a:r>
              <a:rPr lang="en-CA" sz="1200" b="0" i="0" kern="1200" dirty="0">
                <a:solidFill>
                  <a:schemeClr val="tx1"/>
                </a:solidFill>
                <a:effectLst/>
                <a:latin typeface="+mn-lt"/>
                <a:ea typeface="+mn-ea"/>
                <a:cs typeface="+mn-cs"/>
              </a:rPr>
              <a:t>, with Emilia helping them at every step.</a:t>
            </a:r>
          </a:p>
          <a:p>
            <a:endParaRPr lang="en-US" dirty="0"/>
          </a:p>
        </p:txBody>
      </p:sp>
      <p:sp>
        <p:nvSpPr>
          <p:cNvPr id="4" name="Slide Number Placeholder 3"/>
          <p:cNvSpPr>
            <a:spLocks noGrp="1"/>
          </p:cNvSpPr>
          <p:nvPr>
            <p:ph type="sldNum" sz="quarter" idx="5"/>
          </p:nvPr>
        </p:nvSpPr>
        <p:spPr/>
        <p:txBody>
          <a:bodyPr/>
          <a:lstStyle/>
          <a:p>
            <a:fld id="{CA9E0534-DD0B-5B46-8679-80C83A4AA004}" type="slidenum">
              <a:rPr lang="en-US" smtClean="0"/>
              <a:t>21</a:t>
            </a:fld>
            <a:endParaRPr lang="en-US"/>
          </a:p>
        </p:txBody>
      </p:sp>
    </p:spTree>
    <p:extLst>
      <p:ext uri="{BB962C8B-B14F-4D97-AF65-F5344CB8AC3E}">
        <p14:creationId xmlns:p14="http://schemas.microsoft.com/office/powerpoint/2010/main" val="21635675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sz="1200" b="0" i="0" kern="1200" dirty="0">
                <a:solidFill>
                  <a:schemeClr val="tx1"/>
                </a:solidFill>
                <a:effectLst/>
                <a:latin typeface="+mn-lt"/>
                <a:ea typeface="+mn-ea"/>
                <a:cs typeface="+mn-cs"/>
              </a:rPr>
              <a:t>Thank you all for your time and attention today. My goal with Emilia is to connect genetics, behaviour, and farm data with a RAG‑driven AI agent so that both farmers and researchers can spend less time fighting with tools and more time making decisions. If you’re interested in collaborating—whether that’s piloting the platform on a farm, integrating it into a research project, or involving students—I’d love to talk. I really value your feedback and ideas. Thanks again, and I’m happy to take any questions.</a:t>
            </a:r>
            <a:endParaRPr lang="en-US" dirty="0"/>
          </a:p>
        </p:txBody>
      </p:sp>
      <p:sp>
        <p:nvSpPr>
          <p:cNvPr id="4" name="Slide Number Placeholder 3"/>
          <p:cNvSpPr>
            <a:spLocks noGrp="1"/>
          </p:cNvSpPr>
          <p:nvPr>
            <p:ph type="sldNum" sz="quarter" idx="5"/>
          </p:nvPr>
        </p:nvSpPr>
        <p:spPr/>
        <p:txBody>
          <a:bodyPr/>
          <a:lstStyle/>
          <a:p>
            <a:fld id="{CA9E0534-DD0B-5B46-8679-80C83A4AA004}" type="slidenum">
              <a:rPr lang="en-US" smtClean="0"/>
              <a:t>22</a:t>
            </a:fld>
            <a:endParaRPr lang="en-US"/>
          </a:p>
        </p:txBody>
      </p:sp>
    </p:spTree>
    <p:extLst>
      <p:ext uri="{BB962C8B-B14F-4D97-AF65-F5344CB8AC3E}">
        <p14:creationId xmlns:p14="http://schemas.microsoft.com/office/powerpoint/2010/main" val="30130527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5610A-17B4-4656-93CF-E1D9982860F7}"/>
              </a:ext>
            </a:extLst>
          </p:cNvPr>
          <p:cNvSpPr>
            <a:spLocks noGrp="1"/>
          </p:cNvSpPr>
          <p:nvPr>
            <p:ph type="ctrTitle"/>
          </p:nvPr>
        </p:nvSpPr>
        <p:spPr>
          <a:xfrm>
            <a:off x="640080" y="1371599"/>
            <a:ext cx="6675120" cy="2951825"/>
          </a:xfrm>
        </p:spPr>
        <p:txBody>
          <a:bodyPr anchor="t">
            <a:normAutofit/>
          </a:bodyPr>
          <a:lstStyle>
            <a:lvl1pPr algn="l">
              <a:defRPr sz="3038"/>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451C80B-DFD6-415B-BA5B-E56E510CD12B}"/>
              </a:ext>
            </a:extLst>
          </p:cNvPr>
          <p:cNvSpPr>
            <a:spLocks noGrp="1"/>
          </p:cNvSpPr>
          <p:nvPr>
            <p:ph type="subTitle" idx="1"/>
          </p:nvPr>
        </p:nvSpPr>
        <p:spPr>
          <a:xfrm>
            <a:off x="640080" y="4584883"/>
            <a:ext cx="6675120" cy="1287887"/>
          </a:xfrm>
        </p:spPr>
        <p:txBody>
          <a:bodyPr anchor="b">
            <a:normAutofit/>
          </a:bodyPr>
          <a:lstStyle>
            <a:lvl1pPr marL="0" indent="0" algn="l">
              <a:lnSpc>
                <a:spcPct val="130000"/>
              </a:lnSpc>
              <a:buNone/>
              <a:defRPr sz="1013" b="1" cap="all" spc="169" baseline="0"/>
            </a:lvl1pPr>
            <a:lvl2pPr marL="257175" indent="0" algn="ctr">
              <a:buNone/>
              <a:defRPr sz="1125"/>
            </a:lvl2pPr>
            <a:lvl3pPr marL="514350" indent="0" algn="ctr">
              <a:buNone/>
              <a:defRPr sz="1013"/>
            </a:lvl3pPr>
            <a:lvl4pPr marL="771525" indent="0" algn="ctr">
              <a:buNone/>
              <a:defRPr sz="900"/>
            </a:lvl4pPr>
            <a:lvl5pPr marL="1028700" indent="0" algn="ctr">
              <a:buNone/>
              <a:defRPr sz="900"/>
            </a:lvl5pPr>
            <a:lvl6pPr marL="1285875" indent="0" algn="ctr">
              <a:buNone/>
              <a:defRPr sz="900"/>
            </a:lvl6pPr>
            <a:lvl7pPr marL="1543050" indent="0" algn="ctr">
              <a:buNone/>
              <a:defRPr sz="900"/>
            </a:lvl7pPr>
            <a:lvl8pPr marL="1800225" indent="0" algn="ctr">
              <a:buNone/>
              <a:defRPr sz="900"/>
            </a:lvl8pPr>
            <a:lvl9pPr marL="2057400" indent="0" algn="ctr">
              <a:buNone/>
              <a:defRPr sz="9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67A2065B-06FF-4991-9F8A-4BE25457B479}"/>
              </a:ext>
            </a:extLst>
          </p:cNvPr>
          <p:cNvSpPr>
            <a:spLocks noGrp="1"/>
          </p:cNvSpPr>
          <p:nvPr>
            <p:ph type="dt" sz="half" idx="10"/>
          </p:nvPr>
        </p:nvSpPr>
        <p:spPr/>
        <p:txBody>
          <a:bodyPr/>
          <a:lstStyle/>
          <a:p>
            <a:fld id="{6444479B-705B-4489-957E-7E8A228BDFA0}" type="datetime1">
              <a:rPr lang="en-US" smtClean="0"/>
              <a:t>11/20/25</a:t>
            </a:fld>
            <a:endParaRPr lang="en-US"/>
          </a:p>
        </p:txBody>
      </p:sp>
      <p:sp>
        <p:nvSpPr>
          <p:cNvPr id="5" name="Footer Placeholder 4">
            <a:extLst>
              <a:ext uri="{FF2B5EF4-FFF2-40B4-BE49-F238E27FC236}">
                <a16:creationId xmlns:a16="http://schemas.microsoft.com/office/drawing/2014/main" id="{B20DF2FA-C604-45D8-A633-11D3742EC141}"/>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2EE5DA9-2D04-4850-AB9F-BD353816504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6645314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08B246-6A68-46BE-9DBD-614FA8CF4E26}"/>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3E47706-8D18-4093-A7C1-F30D7543CE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EC7C8FC-AAEA-4AB6-9DB5-2503F58F0E69}"/>
              </a:ext>
            </a:extLst>
          </p:cNvPr>
          <p:cNvSpPr>
            <a:spLocks noGrp="1"/>
          </p:cNvSpPr>
          <p:nvPr>
            <p:ph type="dt" sz="half" idx="10"/>
          </p:nvPr>
        </p:nvSpPr>
        <p:spPr/>
        <p:txBody>
          <a:bodyPr/>
          <a:lstStyle/>
          <a:p>
            <a:fld id="{9F89F774-3FA6-43B8-9241-99959C8FD463}" type="datetime1">
              <a:rPr lang="en-US" smtClean="0"/>
              <a:t>11/20/25</a:t>
            </a:fld>
            <a:endParaRPr lang="en-US"/>
          </a:p>
        </p:txBody>
      </p:sp>
      <p:sp>
        <p:nvSpPr>
          <p:cNvPr id="5" name="Footer Placeholder 4">
            <a:extLst>
              <a:ext uri="{FF2B5EF4-FFF2-40B4-BE49-F238E27FC236}">
                <a16:creationId xmlns:a16="http://schemas.microsoft.com/office/drawing/2014/main" id="{E8B1616B-3F08-4869-A522-773C38940F66}"/>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3E030CE6-9124-4B3A-A912-AE16B5C34003}"/>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1532386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1BB59B6-79B9-97F5-AC3B-DF65899D39D8}"/>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2" name="Title 1">
            <a:extLst>
              <a:ext uri="{FF2B5EF4-FFF2-40B4-BE49-F238E27FC236}">
                <a16:creationId xmlns:a16="http://schemas.microsoft.com/office/drawing/2014/main" id="{16C78885-57B2-4930-BD7D-CBF916EDF1C6}"/>
              </a:ext>
            </a:extLst>
          </p:cNvPr>
          <p:cNvSpPr>
            <a:spLocks noGrp="1"/>
          </p:cNvSpPr>
          <p:nvPr>
            <p:ph type="title"/>
          </p:nvPr>
        </p:nvSpPr>
        <p:spPr>
          <a:xfrm>
            <a:off x="640082" y="1291366"/>
            <a:ext cx="9214884" cy="3159974"/>
          </a:xfrm>
        </p:spPr>
        <p:txBody>
          <a:bodyPr anchor="b">
            <a:normAutofit/>
          </a:bodyPr>
          <a:lstStyle>
            <a:lvl1pPr>
              <a:defRPr sz="3038"/>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9BE495E4-2F8B-4CC7-88AC-A312067E60D2}"/>
              </a:ext>
            </a:extLst>
          </p:cNvPr>
          <p:cNvSpPr>
            <a:spLocks noGrp="1"/>
          </p:cNvSpPr>
          <p:nvPr>
            <p:ph type="body" idx="1"/>
          </p:nvPr>
        </p:nvSpPr>
        <p:spPr>
          <a:xfrm>
            <a:off x="640083" y="5018571"/>
            <a:ext cx="7907079" cy="1073889"/>
          </a:xfrm>
        </p:spPr>
        <p:txBody>
          <a:bodyPr>
            <a:normAutofit/>
          </a:bodyPr>
          <a:lstStyle>
            <a:lvl1pPr marL="0" indent="0">
              <a:buNone/>
              <a:defRPr sz="1125">
                <a:solidFill>
                  <a:schemeClr val="tx1"/>
                </a:solidFill>
              </a:defRPr>
            </a:lvl1pPr>
            <a:lvl2pPr marL="257175" indent="0">
              <a:buNone/>
              <a:defRPr sz="1125">
                <a:solidFill>
                  <a:schemeClr val="tx1">
                    <a:tint val="75000"/>
                  </a:schemeClr>
                </a:solidFill>
              </a:defRPr>
            </a:lvl2pPr>
            <a:lvl3pPr marL="514350" indent="0">
              <a:buNone/>
              <a:defRPr sz="1013">
                <a:solidFill>
                  <a:schemeClr val="tx1">
                    <a:tint val="75000"/>
                  </a:schemeClr>
                </a:solidFill>
              </a:defRPr>
            </a:lvl3pPr>
            <a:lvl4pPr marL="771525" indent="0">
              <a:buNone/>
              <a:defRPr sz="900">
                <a:solidFill>
                  <a:schemeClr val="tx1">
                    <a:tint val="75000"/>
                  </a:schemeClr>
                </a:solidFill>
              </a:defRPr>
            </a:lvl4pPr>
            <a:lvl5pPr marL="1028700" indent="0">
              <a:buNone/>
              <a:defRPr sz="900">
                <a:solidFill>
                  <a:schemeClr val="tx1">
                    <a:tint val="75000"/>
                  </a:schemeClr>
                </a:solidFill>
              </a:defRPr>
            </a:lvl5pPr>
            <a:lvl6pPr marL="1285875" indent="0">
              <a:buNone/>
              <a:defRPr sz="900">
                <a:solidFill>
                  <a:schemeClr val="tx1">
                    <a:tint val="75000"/>
                  </a:schemeClr>
                </a:solidFill>
              </a:defRPr>
            </a:lvl6pPr>
            <a:lvl7pPr marL="1543050" indent="0">
              <a:buNone/>
              <a:defRPr sz="900">
                <a:solidFill>
                  <a:schemeClr val="tx1">
                    <a:tint val="75000"/>
                  </a:schemeClr>
                </a:solidFill>
              </a:defRPr>
            </a:lvl7pPr>
            <a:lvl8pPr marL="1800225" indent="0">
              <a:buNone/>
              <a:defRPr sz="900">
                <a:solidFill>
                  <a:schemeClr val="tx1">
                    <a:tint val="75000"/>
                  </a:schemeClr>
                </a:solidFill>
              </a:defRPr>
            </a:lvl8pPr>
            <a:lvl9pPr marL="2057400" indent="0">
              <a:buNone/>
              <a:defRPr sz="9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8585CC9-BAD3-4807-90BB-97DA2D6A6BE2}"/>
              </a:ext>
            </a:extLst>
          </p:cNvPr>
          <p:cNvSpPr>
            <a:spLocks noGrp="1"/>
          </p:cNvSpPr>
          <p:nvPr>
            <p:ph type="dt" sz="half" idx="10"/>
          </p:nvPr>
        </p:nvSpPr>
        <p:spPr/>
        <p:txBody>
          <a:bodyPr/>
          <a:lstStyle/>
          <a:p>
            <a:fld id="{F9504452-5DCC-4FE2-A5C9-8A5EF6714D65}" type="datetime1">
              <a:rPr lang="en-US" smtClean="0"/>
              <a:t>11/20/25</a:t>
            </a:fld>
            <a:endParaRPr lang="en-US"/>
          </a:p>
        </p:txBody>
      </p:sp>
      <p:sp>
        <p:nvSpPr>
          <p:cNvPr id="5" name="Footer Placeholder 4">
            <a:extLst>
              <a:ext uri="{FF2B5EF4-FFF2-40B4-BE49-F238E27FC236}">
                <a16:creationId xmlns:a16="http://schemas.microsoft.com/office/drawing/2014/main" id="{5F108CEF-165F-4D7E-9666-5CD0156B497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E0EBC3D-3277-4D34-9F67-71040C21E3B3}"/>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FF05EAE5-4812-F718-6D75-9627884180BF}"/>
              </a:ext>
              <a:ext uri="{C183D7F6-B498-43B3-948B-1728B52AA6E4}">
                <adec:decorative xmlns:adec="http://schemas.microsoft.com/office/drawing/2017/decorative" val="1"/>
              </a:ext>
            </a:extLst>
          </p:cNvPr>
          <p:cNvCxnSpPr>
            <a:cxnSpLocks/>
          </p:cNvCxnSpPr>
          <p:nvPr/>
        </p:nvCxnSpPr>
        <p:spPr>
          <a:xfrm>
            <a:off x="716283" y="4715234"/>
            <a:ext cx="978863"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18800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B477A4-4D01-45B6-9563-0BF13BA72F7C}"/>
              </a:ext>
            </a:extLst>
          </p:cNvPr>
          <p:cNvSpPr>
            <a:spLocks noGrp="1"/>
          </p:cNvSpPr>
          <p:nvPr>
            <p:ph type="title"/>
          </p:nvPr>
        </p:nvSpPr>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EE17E00-96AC-45F0-82B2-9F601E9B93C2}"/>
              </a:ext>
            </a:extLst>
          </p:cNvPr>
          <p:cNvSpPr>
            <a:spLocks noGrp="1"/>
          </p:cNvSpPr>
          <p:nvPr>
            <p:ph sz="half" idx="1"/>
          </p:nvPr>
        </p:nvSpPr>
        <p:spPr>
          <a:xfrm>
            <a:off x="640080"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72BA30CD-95C0-427B-A571-A7D8A53278F4}"/>
              </a:ext>
            </a:extLst>
          </p:cNvPr>
          <p:cNvSpPr>
            <a:spLocks noGrp="1"/>
          </p:cNvSpPr>
          <p:nvPr>
            <p:ph sz="half" idx="2"/>
          </p:nvPr>
        </p:nvSpPr>
        <p:spPr>
          <a:xfrm>
            <a:off x="6318928" y="2633472"/>
            <a:ext cx="5212080" cy="35661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86F67CAC-53E4-44AF-BEAC-8FFB96F05A86}"/>
              </a:ext>
            </a:extLst>
          </p:cNvPr>
          <p:cNvSpPr>
            <a:spLocks noGrp="1"/>
          </p:cNvSpPr>
          <p:nvPr>
            <p:ph type="dt" sz="half" idx="10"/>
          </p:nvPr>
        </p:nvSpPr>
        <p:spPr/>
        <p:txBody>
          <a:bodyPr/>
          <a:lstStyle/>
          <a:p>
            <a:fld id="{E579ABC2-0180-4F3A-A895-A85BC724D472}" type="datetime1">
              <a:rPr lang="en-US" smtClean="0"/>
              <a:t>11/20/25</a:t>
            </a:fld>
            <a:endParaRPr lang="en-US"/>
          </a:p>
        </p:txBody>
      </p:sp>
      <p:sp>
        <p:nvSpPr>
          <p:cNvPr id="6" name="Footer Placeholder 5">
            <a:extLst>
              <a:ext uri="{FF2B5EF4-FFF2-40B4-BE49-F238E27FC236}">
                <a16:creationId xmlns:a16="http://schemas.microsoft.com/office/drawing/2014/main" id="{083D9F3A-E7F0-45E7-AFA8-0D4A669EC16C}"/>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C5F008B-58BB-45FF-923F-5909DAB49D34}"/>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5327163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7B549-9E51-42E0-992A-73E775957773}"/>
              </a:ext>
            </a:extLst>
          </p:cNvPr>
          <p:cNvSpPr>
            <a:spLocks noGrp="1"/>
          </p:cNvSpPr>
          <p:nvPr>
            <p:ph type="title"/>
          </p:nvPr>
        </p:nvSpPr>
        <p:spPr>
          <a:xfrm>
            <a:off x="640082" y="1371603"/>
            <a:ext cx="10890929" cy="939753"/>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C81A5FDC-7C4B-45FB-8462-E2CE79919F33}"/>
              </a:ext>
            </a:extLst>
          </p:cNvPr>
          <p:cNvSpPr>
            <a:spLocks noGrp="1"/>
          </p:cNvSpPr>
          <p:nvPr>
            <p:ph type="body" idx="1"/>
          </p:nvPr>
        </p:nvSpPr>
        <p:spPr>
          <a:xfrm>
            <a:off x="640079" y="2311356"/>
            <a:ext cx="5212080" cy="695373"/>
          </a:xfrm>
        </p:spPr>
        <p:txBody>
          <a:bodyPr anchor="b">
            <a:normAutofit/>
          </a:bodyPr>
          <a:lstStyle>
            <a:lvl1pPr marL="0" indent="0">
              <a:buNone/>
              <a:defRPr sz="1013" b="1" cap="all" spc="169" baseline="0"/>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p>
        </p:txBody>
      </p:sp>
      <p:sp>
        <p:nvSpPr>
          <p:cNvPr id="4" name="Content Placeholder 3">
            <a:extLst>
              <a:ext uri="{FF2B5EF4-FFF2-40B4-BE49-F238E27FC236}">
                <a16:creationId xmlns:a16="http://schemas.microsoft.com/office/drawing/2014/main" id="{CBD8B686-2E92-45B9-A3D7-9DCAA0C50B36}"/>
              </a:ext>
            </a:extLst>
          </p:cNvPr>
          <p:cNvSpPr>
            <a:spLocks noGrp="1"/>
          </p:cNvSpPr>
          <p:nvPr>
            <p:ph sz="half" idx="2"/>
          </p:nvPr>
        </p:nvSpPr>
        <p:spPr>
          <a:xfrm>
            <a:off x="640079"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6ADB526-4A44-47B6-8D14-93202E590AA7}"/>
              </a:ext>
            </a:extLst>
          </p:cNvPr>
          <p:cNvSpPr>
            <a:spLocks noGrp="1"/>
          </p:cNvSpPr>
          <p:nvPr>
            <p:ph type="body" sz="quarter" idx="3"/>
          </p:nvPr>
        </p:nvSpPr>
        <p:spPr>
          <a:xfrm>
            <a:off x="6318928" y="2311356"/>
            <a:ext cx="5212080" cy="695373"/>
          </a:xfrm>
        </p:spPr>
        <p:txBody>
          <a:bodyPr anchor="b">
            <a:normAutofit/>
          </a:bodyPr>
          <a:lstStyle>
            <a:lvl1pPr marL="0" indent="0">
              <a:buNone/>
              <a:defRPr sz="1013" b="1" cap="all" spc="169" baseline="0"/>
            </a:lvl1pPr>
            <a:lvl2pPr marL="257175" indent="0">
              <a:buNone/>
              <a:defRPr sz="1125" b="1"/>
            </a:lvl2pPr>
            <a:lvl3pPr marL="514350" indent="0">
              <a:buNone/>
              <a:defRPr sz="1013" b="1"/>
            </a:lvl3pPr>
            <a:lvl4pPr marL="771525" indent="0">
              <a:buNone/>
              <a:defRPr sz="900" b="1"/>
            </a:lvl4pPr>
            <a:lvl5pPr marL="1028700" indent="0">
              <a:buNone/>
              <a:defRPr sz="900" b="1"/>
            </a:lvl5pPr>
            <a:lvl6pPr marL="1285875" indent="0">
              <a:buNone/>
              <a:defRPr sz="900" b="1"/>
            </a:lvl6pPr>
            <a:lvl7pPr marL="1543050" indent="0">
              <a:buNone/>
              <a:defRPr sz="900" b="1"/>
            </a:lvl7pPr>
            <a:lvl8pPr marL="1800225" indent="0">
              <a:buNone/>
              <a:defRPr sz="900" b="1"/>
            </a:lvl8pPr>
            <a:lvl9pPr marL="2057400" indent="0">
              <a:buNone/>
              <a:defRPr sz="900" b="1"/>
            </a:lvl9pPr>
          </a:lstStyle>
          <a:p>
            <a:pPr lvl="0"/>
            <a:r>
              <a:rPr lang="en-US"/>
              <a:t>Click to edit Master text styles</a:t>
            </a:r>
          </a:p>
        </p:txBody>
      </p:sp>
      <p:sp>
        <p:nvSpPr>
          <p:cNvPr id="6" name="Content Placeholder 5">
            <a:extLst>
              <a:ext uri="{FF2B5EF4-FFF2-40B4-BE49-F238E27FC236}">
                <a16:creationId xmlns:a16="http://schemas.microsoft.com/office/drawing/2014/main" id="{574177CA-5C13-4311-BFD3-B98FBD942DA5}"/>
              </a:ext>
            </a:extLst>
          </p:cNvPr>
          <p:cNvSpPr>
            <a:spLocks noGrp="1"/>
          </p:cNvSpPr>
          <p:nvPr>
            <p:ph sz="quarter" idx="4"/>
          </p:nvPr>
        </p:nvSpPr>
        <p:spPr>
          <a:xfrm>
            <a:off x="6318928" y="3006725"/>
            <a:ext cx="5212080" cy="319125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DEA255A-4CB5-40CA-B756-1AA5E27C20BF}"/>
              </a:ext>
            </a:extLst>
          </p:cNvPr>
          <p:cNvSpPr>
            <a:spLocks noGrp="1"/>
          </p:cNvSpPr>
          <p:nvPr>
            <p:ph type="dt" sz="half" idx="10"/>
          </p:nvPr>
        </p:nvSpPr>
        <p:spPr/>
        <p:txBody>
          <a:bodyPr/>
          <a:lstStyle/>
          <a:p>
            <a:fld id="{6AEEA9BA-4E8F-439E-BEA4-91FBA01E3F5F}" type="datetime1">
              <a:rPr lang="en-US" smtClean="0"/>
              <a:t>11/20/25</a:t>
            </a:fld>
            <a:endParaRPr lang="en-US"/>
          </a:p>
        </p:txBody>
      </p:sp>
      <p:sp>
        <p:nvSpPr>
          <p:cNvPr id="8" name="Footer Placeholder 7">
            <a:extLst>
              <a:ext uri="{FF2B5EF4-FFF2-40B4-BE49-F238E27FC236}">
                <a16:creationId xmlns:a16="http://schemas.microsoft.com/office/drawing/2014/main" id="{FF3072C4-10F1-49B8-B0BF-69204EDDCFAE}"/>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4A5ACC97-44C1-4887-909B-E6732D3C1FF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4873858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7D313-943A-47E0-8A7A-DFFBCC297AB7}"/>
              </a:ext>
            </a:extLst>
          </p:cNvPr>
          <p:cNvSpPr>
            <a:spLocks noGrp="1"/>
          </p:cNvSpPr>
          <p:nvPr>
            <p:ph type="title"/>
          </p:nvPr>
        </p:nvSpPr>
        <p:spPr/>
        <p:txBody>
          <a:body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23AC25A7-81C8-4AA1-AD9F-C78A451FDE2E}"/>
              </a:ext>
            </a:extLst>
          </p:cNvPr>
          <p:cNvSpPr>
            <a:spLocks noGrp="1"/>
          </p:cNvSpPr>
          <p:nvPr>
            <p:ph type="dt" sz="half" idx="10"/>
          </p:nvPr>
        </p:nvSpPr>
        <p:spPr/>
        <p:txBody>
          <a:bodyPr/>
          <a:lstStyle/>
          <a:p>
            <a:fld id="{BE15BF18-0007-481C-AA29-413124BC3EE7}" type="datetime1">
              <a:rPr lang="en-US" smtClean="0"/>
              <a:t>11/20/25</a:t>
            </a:fld>
            <a:endParaRPr lang="en-US"/>
          </a:p>
        </p:txBody>
      </p:sp>
      <p:sp>
        <p:nvSpPr>
          <p:cNvPr id="4" name="Footer Placeholder 3">
            <a:extLst>
              <a:ext uri="{FF2B5EF4-FFF2-40B4-BE49-F238E27FC236}">
                <a16:creationId xmlns:a16="http://schemas.microsoft.com/office/drawing/2014/main" id="{6EF54740-6022-46B2-9C55-B60E9651684F}"/>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089497C9-6B5E-46D6-8FE9-0A5E0CF7F95B}"/>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2566918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useBgFill="1">
        <p:nvSpPr>
          <p:cNvPr id="5" name="Rectangle 4">
            <a:extLst>
              <a:ext uri="{FF2B5EF4-FFF2-40B4-BE49-F238E27FC236}">
                <a16:creationId xmlns:a16="http://schemas.microsoft.com/office/drawing/2014/main" id="{149F9F0F-FB8C-5565-247C-BDCC156B5CA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2" name="Date Placeholder 1">
            <a:extLst>
              <a:ext uri="{FF2B5EF4-FFF2-40B4-BE49-F238E27FC236}">
                <a16:creationId xmlns:a16="http://schemas.microsoft.com/office/drawing/2014/main" id="{92740D3C-270A-401A-810C-2F86BBBB87D4}"/>
              </a:ext>
            </a:extLst>
          </p:cNvPr>
          <p:cNvSpPr>
            <a:spLocks noGrp="1"/>
          </p:cNvSpPr>
          <p:nvPr>
            <p:ph type="dt" sz="half" idx="10"/>
          </p:nvPr>
        </p:nvSpPr>
        <p:spPr/>
        <p:txBody>
          <a:bodyPr/>
          <a:lstStyle/>
          <a:p>
            <a:fld id="{09BE9870-3748-43AD-B547-02A075CB4A1D}" type="datetime1">
              <a:rPr lang="en-US" smtClean="0"/>
              <a:t>11/20/25</a:t>
            </a:fld>
            <a:endParaRPr lang="en-US"/>
          </a:p>
        </p:txBody>
      </p:sp>
      <p:sp>
        <p:nvSpPr>
          <p:cNvPr id="3" name="Footer Placeholder 2">
            <a:extLst>
              <a:ext uri="{FF2B5EF4-FFF2-40B4-BE49-F238E27FC236}">
                <a16:creationId xmlns:a16="http://schemas.microsoft.com/office/drawing/2014/main" id="{DDCBE9F8-1765-4F36-A4DE-1DB136025AC9}"/>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7790CF9E-A6C6-4873-ADBE-7A2939319E58}"/>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4029298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8CDF8-00AD-4441-A6D5-9D7A659EB6C0}"/>
              </a:ext>
            </a:extLst>
          </p:cNvPr>
          <p:cNvSpPr>
            <a:spLocks noGrp="1"/>
          </p:cNvSpPr>
          <p:nvPr>
            <p:ph type="title"/>
          </p:nvPr>
        </p:nvSpPr>
        <p:spPr>
          <a:xfrm>
            <a:off x="640080" y="1371600"/>
            <a:ext cx="3859397" cy="1451723"/>
          </a:xfrm>
        </p:spPr>
        <p:txBody>
          <a:bodyPr anchor="t">
            <a:normAutofit/>
          </a:bodyPr>
          <a:lstStyle>
            <a:lvl1pPr>
              <a:defRPr sz="2025"/>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8C330AF-CB7E-420A-AE8A-E02E90325885}"/>
              </a:ext>
            </a:extLst>
          </p:cNvPr>
          <p:cNvSpPr>
            <a:spLocks noGrp="1"/>
          </p:cNvSpPr>
          <p:nvPr>
            <p:ph idx="1"/>
          </p:nvPr>
        </p:nvSpPr>
        <p:spPr>
          <a:xfrm>
            <a:off x="4936520" y="1031001"/>
            <a:ext cx="6594491" cy="5166360"/>
          </a:xfrm>
        </p:spPr>
        <p:txBody>
          <a:bodyPr>
            <a:normAutofit/>
          </a:bodyPr>
          <a:lstStyle>
            <a:lvl1pPr>
              <a:defRPr sz="1575"/>
            </a:lvl1pPr>
            <a:lvl2pPr>
              <a:defRPr sz="1350"/>
            </a:lvl2pPr>
            <a:lvl3pPr>
              <a:defRPr sz="1125"/>
            </a:lvl3pPr>
            <a:lvl4pPr>
              <a:defRPr sz="1013"/>
            </a:lvl4pPr>
            <a:lvl5pPr>
              <a:defRPr sz="1013"/>
            </a:lvl5pPr>
            <a:lvl6pPr>
              <a:defRPr sz="1125"/>
            </a:lvl6pPr>
            <a:lvl7pPr>
              <a:defRPr sz="1125"/>
            </a:lvl7pPr>
            <a:lvl8pPr>
              <a:defRPr sz="1125"/>
            </a:lvl8pPr>
            <a:lvl9pPr>
              <a:defRPr sz="1125"/>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F43257AD-2422-4CDA-9C55-700F4B5BF251}"/>
              </a:ext>
            </a:extLst>
          </p:cNvPr>
          <p:cNvSpPr>
            <a:spLocks noGrp="1"/>
          </p:cNvSpPr>
          <p:nvPr>
            <p:ph type="body" sz="half" idx="2"/>
          </p:nvPr>
        </p:nvSpPr>
        <p:spPr>
          <a:xfrm>
            <a:off x="640080" y="2972168"/>
            <a:ext cx="3859397" cy="3226826"/>
          </a:xfr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en-US"/>
              <a:t>Click to edit Master text styles</a:t>
            </a:r>
          </a:p>
        </p:txBody>
      </p:sp>
      <p:sp>
        <p:nvSpPr>
          <p:cNvPr id="5" name="Date Placeholder 4">
            <a:extLst>
              <a:ext uri="{FF2B5EF4-FFF2-40B4-BE49-F238E27FC236}">
                <a16:creationId xmlns:a16="http://schemas.microsoft.com/office/drawing/2014/main" id="{E51B7454-C1CC-46F2-A6FB-1FE786C48F49}"/>
              </a:ext>
            </a:extLst>
          </p:cNvPr>
          <p:cNvSpPr>
            <a:spLocks noGrp="1"/>
          </p:cNvSpPr>
          <p:nvPr>
            <p:ph type="dt" sz="half" idx="10"/>
          </p:nvPr>
        </p:nvSpPr>
        <p:spPr/>
        <p:txBody>
          <a:bodyPr/>
          <a:lstStyle/>
          <a:p>
            <a:fld id="{558E7897-33C5-4F1A-9307-D068E37F3DC7}" type="datetime1">
              <a:rPr lang="en-US" smtClean="0"/>
              <a:t>11/20/25</a:t>
            </a:fld>
            <a:endParaRPr lang="en-US"/>
          </a:p>
        </p:txBody>
      </p:sp>
      <p:sp>
        <p:nvSpPr>
          <p:cNvPr id="6" name="Footer Placeholder 5">
            <a:extLst>
              <a:ext uri="{FF2B5EF4-FFF2-40B4-BE49-F238E27FC236}">
                <a16:creationId xmlns:a16="http://schemas.microsoft.com/office/drawing/2014/main" id="{49077DBE-6CC7-421B-AB5E-341E20BD922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FD6EAB8F-7526-4CDB-B782-FAD8B3E70B0A}"/>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941180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31647F-5A61-44C9-81DC-331C9AE5DDAE}"/>
              </a:ext>
            </a:extLst>
          </p:cNvPr>
          <p:cNvSpPr>
            <a:spLocks noGrp="1"/>
          </p:cNvSpPr>
          <p:nvPr>
            <p:ph type="title"/>
          </p:nvPr>
        </p:nvSpPr>
        <p:spPr>
          <a:xfrm>
            <a:off x="640080" y="1371600"/>
            <a:ext cx="3859397" cy="1451723"/>
          </a:xfrm>
        </p:spPr>
        <p:txBody>
          <a:bodyPr anchor="t">
            <a:normAutofit/>
          </a:bodyPr>
          <a:lstStyle>
            <a:lvl1pPr>
              <a:defRPr sz="2025"/>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1627A0F-F1B8-49BE-A0FF-7FE16E3BDCC1}"/>
              </a:ext>
            </a:extLst>
          </p:cNvPr>
          <p:cNvSpPr>
            <a:spLocks noGrp="1"/>
          </p:cNvSpPr>
          <p:nvPr>
            <p:ph type="pic" idx="1"/>
          </p:nvPr>
        </p:nvSpPr>
        <p:spPr>
          <a:xfrm>
            <a:off x="4937760" y="1033271"/>
            <a:ext cx="6592824" cy="5166360"/>
          </a:xfrm>
        </p:spPr>
        <p:txBody>
          <a:bodyPr/>
          <a:lstStyle>
            <a:lvl1pPr marL="0" indent="0">
              <a:buNone/>
              <a:defRPr sz="1800"/>
            </a:lvl1pPr>
            <a:lvl2pPr marL="257175" indent="0">
              <a:buNone/>
              <a:defRPr sz="1575"/>
            </a:lvl2pPr>
            <a:lvl3pPr marL="514350" indent="0">
              <a:buNone/>
              <a:defRPr sz="1350"/>
            </a:lvl3pPr>
            <a:lvl4pPr marL="771525" indent="0">
              <a:buNone/>
              <a:defRPr sz="1125"/>
            </a:lvl4pPr>
            <a:lvl5pPr marL="1028700" indent="0">
              <a:buNone/>
              <a:defRPr sz="1125"/>
            </a:lvl5pPr>
            <a:lvl6pPr marL="1285875" indent="0">
              <a:buNone/>
              <a:defRPr sz="1125"/>
            </a:lvl6pPr>
            <a:lvl7pPr marL="1543050" indent="0">
              <a:buNone/>
              <a:defRPr sz="1125"/>
            </a:lvl7pPr>
            <a:lvl8pPr marL="1800225" indent="0">
              <a:buNone/>
              <a:defRPr sz="1125"/>
            </a:lvl8pPr>
            <a:lvl9pPr marL="2057400" indent="0">
              <a:buNone/>
              <a:defRPr sz="1125"/>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C86D1BD6-1519-4431-9FAF-7D4F4129972C}"/>
              </a:ext>
            </a:extLst>
          </p:cNvPr>
          <p:cNvSpPr>
            <a:spLocks noGrp="1"/>
          </p:cNvSpPr>
          <p:nvPr>
            <p:ph type="body" sz="half" idx="2"/>
          </p:nvPr>
        </p:nvSpPr>
        <p:spPr>
          <a:xfrm>
            <a:off x="640080" y="2972167"/>
            <a:ext cx="3859397" cy="3226825"/>
          </a:xfrm>
        </p:spPr>
        <p:txBody>
          <a:bodyPr/>
          <a:lstStyle>
            <a:lvl1pPr marL="0" indent="0">
              <a:buNone/>
              <a:defRPr sz="900"/>
            </a:lvl1pPr>
            <a:lvl2pPr marL="257175" indent="0">
              <a:buNone/>
              <a:defRPr sz="788"/>
            </a:lvl2pPr>
            <a:lvl3pPr marL="514350" indent="0">
              <a:buNone/>
              <a:defRPr sz="675"/>
            </a:lvl3pPr>
            <a:lvl4pPr marL="771525" indent="0">
              <a:buNone/>
              <a:defRPr sz="563"/>
            </a:lvl4pPr>
            <a:lvl5pPr marL="1028700" indent="0">
              <a:buNone/>
              <a:defRPr sz="563"/>
            </a:lvl5pPr>
            <a:lvl6pPr marL="1285875" indent="0">
              <a:buNone/>
              <a:defRPr sz="563"/>
            </a:lvl6pPr>
            <a:lvl7pPr marL="1543050" indent="0">
              <a:buNone/>
              <a:defRPr sz="563"/>
            </a:lvl7pPr>
            <a:lvl8pPr marL="1800225" indent="0">
              <a:buNone/>
              <a:defRPr sz="563"/>
            </a:lvl8pPr>
            <a:lvl9pPr marL="2057400" indent="0">
              <a:buNone/>
              <a:defRPr sz="563"/>
            </a:lvl9pPr>
          </a:lstStyle>
          <a:p>
            <a:pPr lvl="0"/>
            <a:r>
              <a:rPr lang="en-US"/>
              <a:t>Click to edit Master text styles</a:t>
            </a:r>
          </a:p>
        </p:txBody>
      </p:sp>
      <p:sp>
        <p:nvSpPr>
          <p:cNvPr id="5" name="Date Placeholder 4">
            <a:extLst>
              <a:ext uri="{FF2B5EF4-FFF2-40B4-BE49-F238E27FC236}">
                <a16:creationId xmlns:a16="http://schemas.microsoft.com/office/drawing/2014/main" id="{25A587A0-353B-42C2-BA96-B1ADEDF642BE}"/>
              </a:ext>
            </a:extLst>
          </p:cNvPr>
          <p:cNvSpPr>
            <a:spLocks noGrp="1"/>
          </p:cNvSpPr>
          <p:nvPr>
            <p:ph type="dt" sz="half" idx="10"/>
          </p:nvPr>
        </p:nvSpPr>
        <p:spPr/>
        <p:txBody>
          <a:bodyPr/>
          <a:lstStyle/>
          <a:p>
            <a:fld id="{82E171BA-CC09-47C8-A6DF-F5C5CB59CEEC}" type="datetime1">
              <a:rPr lang="en-US" smtClean="0"/>
              <a:t>11/20/25</a:t>
            </a:fld>
            <a:endParaRPr lang="en-US"/>
          </a:p>
        </p:txBody>
      </p:sp>
      <p:sp>
        <p:nvSpPr>
          <p:cNvPr id="6" name="Footer Placeholder 5">
            <a:extLst>
              <a:ext uri="{FF2B5EF4-FFF2-40B4-BE49-F238E27FC236}">
                <a16:creationId xmlns:a16="http://schemas.microsoft.com/office/drawing/2014/main" id="{44D5A88E-3957-4B76-B1BE-4164029217B5}"/>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A5F7C5FD-E56A-4C66-8F23-087F95A2FD0E}"/>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15710293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E4BB7-3F30-4C31-9BB2-8EC24FC0A1D6}"/>
              </a:ext>
            </a:extLst>
          </p:cNvPr>
          <p:cNvSpPr>
            <a:spLocks noGrp="1"/>
          </p:cNvSpPr>
          <p:nvPr>
            <p:ph type="title"/>
          </p:nvPr>
        </p:nvSpPr>
        <p:spPr/>
        <p:txBody>
          <a:bodyPr/>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1ECF4134-70F5-4EE6-88BE-49D129630CD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C19EABC7-C044-44DE-B303-55A0581DA1E8}"/>
              </a:ext>
            </a:extLst>
          </p:cNvPr>
          <p:cNvSpPr>
            <a:spLocks noGrp="1"/>
          </p:cNvSpPr>
          <p:nvPr>
            <p:ph type="dt" sz="half" idx="10"/>
          </p:nvPr>
        </p:nvSpPr>
        <p:spPr/>
        <p:txBody>
          <a:bodyPr/>
          <a:lstStyle/>
          <a:p>
            <a:fld id="{C07B66AD-7C08-490A-ADA4-B47E10FB2407}" type="datetime1">
              <a:rPr lang="en-US" smtClean="0"/>
              <a:t>11/20/25</a:t>
            </a:fld>
            <a:endParaRPr lang="en-US"/>
          </a:p>
        </p:txBody>
      </p:sp>
      <p:sp>
        <p:nvSpPr>
          <p:cNvPr id="5" name="Footer Placeholder 4">
            <a:extLst>
              <a:ext uri="{FF2B5EF4-FFF2-40B4-BE49-F238E27FC236}">
                <a16:creationId xmlns:a16="http://schemas.microsoft.com/office/drawing/2014/main" id="{4D4A63E1-5BC5-402E-9916-BAB84BCF0BB2}"/>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0A2EF915-AF64-4ECC-8B1A-B7E6A89B7917}"/>
              </a:ext>
            </a:extLst>
          </p:cNvPr>
          <p:cNvSpPr>
            <a:spLocks noGrp="1"/>
          </p:cNvSpPr>
          <p:nvPr>
            <p:ph type="sldNum" sz="quarter" idx="12"/>
          </p:nvPr>
        </p:nvSpPr>
        <p:spPr/>
        <p:txBody>
          <a:bodyPr/>
          <a:lstStyle/>
          <a:p>
            <a:fld id="{70C12960-6E85-460F-B6E3-5B82CB31AF3D}" type="slidenum">
              <a:rPr lang="en-US" smtClean="0"/>
              <a:t>‹#›</a:t>
            </a:fld>
            <a:endParaRPr lang="en-US"/>
          </a:p>
        </p:txBody>
      </p:sp>
    </p:spTree>
    <p:extLst>
      <p:ext uri="{BB962C8B-B14F-4D97-AF65-F5344CB8AC3E}">
        <p14:creationId xmlns:p14="http://schemas.microsoft.com/office/powerpoint/2010/main" val="3014288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1CB3635-47E1-90D8-B693-DA85A66B3831}"/>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013"/>
          </a:p>
        </p:txBody>
      </p:sp>
      <p:sp>
        <p:nvSpPr>
          <p:cNvPr id="2" name="Vertical Title 1">
            <a:extLst>
              <a:ext uri="{FF2B5EF4-FFF2-40B4-BE49-F238E27FC236}">
                <a16:creationId xmlns:a16="http://schemas.microsoft.com/office/drawing/2014/main" id="{6EB09414-2AA1-4D8E-A00A-C092FBC92D91}"/>
              </a:ext>
            </a:extLst>
          </p:cNvPr>
          <p:cNvSpPr>
            <a:spLocks noGrp="1"/>
          </p:cNvSpPr>
          <p:nvPr>
            <p:ph type="title" orient="vert"/>
          </p:nvPr>
        </p:nvSpPr>
        <p:spPr>
          <a:xfrm>
            <a:off x="9209220" y="640079"/>
            <a:ext cx="1811773" cy="5536884"/>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D42C3A78-37C5-46D0-9DF4-CB78AF883C2C}"/>
              </a:ext>
            </a:extLst>
          </p:cNvPr>
          <p:cNvSpPr>
            <a:spLocks noGrp="1"/>
          </p:cNvSpPr>
          <p:nvPr>
            <p:ph type="body" orient="vert" idx="1"/>
          </p:nvPr>
        </p:nvSpPr>
        <p:spPr>
          <a:xfrm>
            <a:off x="640080" y="640080"/>
            <a:ext cx="8412423" cy="553688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9D8705E-925D-4F57-8268-107CE3CF4C45}"/>
              </a:ext>
            </a:extLst>
          </p:cNvPr>
          <p:cNvSpPr>
            <a:spLocks noGrp="1"/>
          </p:cNvSpPr>
          <p:nvPr>
            <p:ph type="dt" sz="half" idx="10"/>
          </p:nvPr>
        </p:nvSpPr>
        <p:spPr/>
        <p:txBody>
          <a:bodyPr/>
          <a:lstStyle/>
          <a:p>
            <a:fld id="{05B95027-4255-49E7-9841-CD21BCC99996}" type="datetime1">
              <a:rPr lang="en-US" smtClean="0"/>
              <a:t>11/20/25</a:t>
            </a:fld>
            <a:endParaRPr lang="en-US"/>
          </a:p>
        </p:txBody>
      </p:sp>
      <p:sp>
        <p:nvSpPr>
          <p:cNvPr id="5" name="Footer Placeholder 4">
            <a:extLst>
              <a:ext uri="{FF2B5EF4-FFF2-40B4-BE49-F238E27FC236}">
                <a16:creationId xmlns:a16="http://schemas.microsoft.com/office/drawing/2014/main" id="{50FE207E-070D-4EC8-A44C-21F1815FDAA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15D01D1-C266-4161-A820-C084B980131C}"/>
              </a:ext>
            </a:extLst>
          </p:cNvPr>
          <p:cNvSpPr>
            <a:spLocks noGrp="1"/>
          </p:cNvSpPr>
          <p:nvPr>
            <p:ph type="sldNum" sz="quarter" idx="12"/>
          </p:nvPr>
        </p:nvSpPr>
        <p:spPr/>
        <p:txBody>
          <a:bodyPr/>
          <a:lstStyle/>
          <a:p>
            <a:fld id="{70C12960-6E85-460F-B6E3-5B82CB31AF3D}" type="slidenum">
              <a:rPr lang="en-US" smtClean="0"/>
              <a:t>‹#›</a:t>
            </a:fld>
            <a:endParaRPr lang="en-US"/>
          </a:p>
        </p:txBody>
      </p:sp>
      <p:cxnSp>
        <p:nvCxnSpPr>
          <p:cNvPr id="7" name="Straight Connector 6">
            <a:extLst>
              <a:ext uri="{FF2B5EF4-FFF2-40B4-BE49-F238E27FC236}">
                <a16:creationId xmlns:a16="http://schemas.microsoft.com/office/drawing/2014/main" id="{3230604F-219C-2DEE-830E-27274CC2FE19}"/>
              </a:ext>
              <a:ext uri="{C183D7F6-B498-43B3-948B-1728B52AA6E4}">
                <adec:decorative xmlns:adec="http://schemas.microsoft.com/office/drawing/2017/decorative" val="1"/>
              </a:ext>
            </a:extLst>
          </p:cNvPr>
          <p:cNvCxnSpPr>
            <a:cxnSpLocks/>
          </p:cNvCxnSpPr>
          <p:nvPr/>
        </p:nvCxnSpPr>
        <p:spPr>
          <a:xfrm rot="5400000">
            <a:off x="10872154" y="119243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43394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AB4E786-7636-4278-8595-D365D28A796A}"/>
              </a:ext>
            </a:extLst>
          </p:cNvPr>
          <p:cNvSpPr>
            <a:spLocks noGrp="1"/>
          </p:cNvSpPr>
          <p:nvPr>
            <p:ph type="title"/>
          </p:nvPr>
        </p:nvSpPr>
        <p:spPr>
          <a:xfrm>
            <a:off x="640082" y="1371601"/>
            <a:ext cx="10890929" cy="109728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A740849-7059-4C70-992B-5304D2EE9BAB}"/>
              </a:ext>
            </a:extLst>
          </p:cNvPr>
          <p:cNvSpPr>
            <a:spLocks noGrp="1"/>
          </p:cNvSpPr>
          <p:nvPr>
            <p:ph type="body" idx="1"/>
          </p:nvPr>
        </p:nvSpPr>
        <p:spPr>
          <a:xfrm>
            <a:off x="640080" y="2633472"/>
            <a:ext cx="10890928" cy="356616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09FEBF6-CEA6-4332-87B3-697807571C84}"/>
              </a:ext>
            </a:extLst>
          </p:cNvPr>
          <p:cNvSpPr>
            <a:spLocks noGrp="1"/>
          </p:cNvSpPr>
          <p:nvPr>
            <p:ph type="dt" sz="half" idx="2"/>
          </p:nvPr>
        </p:nvSpPr>
        <p:spPr>
          <a:xfrm>
            <a:off x="640080" y="6356354"/>
            <a:ext cx="2743200" cy="365125"/>
          </a:xfrm>
          <a:prstGeom prst="rect">
            <a:avLst/>
          </a:prstGeom>
        </p:spPr>
        <p:txBody>
          <a:bodyPr vert="horz" lIns="91440" tIns="45720" rIns="91440" bIns="45720" rtlCol="0" anchor="ctr"/>
          <a:lstStyle>
            <a:lvl1pPr algn="l">
              <a:defRPr sz="506" b="1" cap="all" spc="169" baseline="0">
                <a:solidFill>
                  <a:schemeClr val="tx1"/>
                </a:solidFill>
              </a:defRPr>
            </a:lvl1pPr>
          </a:lstStyle>
          <a:p>
            <a:fld id="{7DA38F49-B3E2-4BF0-BEC7-C30D34ABBB8D}" type="datetime1">
              <a:rPr lang="en-US" smtClean="0"/>
              <a:t>11/20/25</a:t>
            </a:fld>
            <a:endParaRPr lang="en-US"/>
          </a:p>
        </p:txBody>
      </p:sp>
      <p:sp>
        <p:nvSpPr>
          <p:cNvPr id="5" name="Footer Placeholder 4">
            <a:extLst>
              <a:ext uri="{FF2B5EF4-FFF2-40B4-BE49-F238E27FC236}">
                <a16:creationId xmlns:a16="http://schemas.microsoft.com/office/drawing/2014/main" id="{BC6BAF94-621C-43E1-BA0C-410A6899031B}"/>
              </a:ext>
            </a:extLst>
          </p:cNvPr>
          <p:cNvSpPr>
            <a:spLocks noGrp="1"/>
          </p:cNvSpPr>
          <p:nvPr>
            <p:ph type="ftr" sz="quarter" idx="3"/>
          </p:nvPr>
        </p:nvSpPr>
        <p:spPr>
          <a:xfrm>
            <a:off x="6767624" y="6356354"/>
            <a:ext cx="4040373" cy="365125"/>
          </a:xfrm>
          <a:prstGeom prst="rect">
            <a:avLst/>
          </a:prstGeom>
        </p:spPr>
        <p:txBody>
          <a:bodyPr vert="horz" lIns="91440" tIns="45720" rIns="91440" bIns="45720" rtlCol="0" anchor="ctr"/>
          <a:lstStyle>
            <a:lvl1pPr algn="r">
              <a:defRPr sz="506" b="1" cap="all" spc="169" baseline="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137D19E5-9E16-48C9-AAE2-0C70679A8D7B}"/>
              </a:ext>
            </a:extLst>
          </p:cNvPr>
          <p:cNvSpPr>
            <a:spLocks noGrp="1"/>
          </p:cNvSpPr>
          <p:nvPr>
            <p:ph type="sldNum" sz="quarter" idx="4"/>
          </p:nvPr>
        </p:nvSpPr>
        <p:spPr>
          <a:xfrm>
            <a:off x="10807997" y="6356354"/>
            <a:ext cx="723015" cy="365125"/>
          </a:xfrm>
          <a:prstGeom prst="rect">
            <a:avLst/>
          </a:prstGeom>
        </p:spPr>
        <p:txBody>
          <a:bodyPr vert="horz" lIns="91440" tIns="45720" rIns="91440" bIns="45720" rtlCol="0" anchor="ctr"/>
          <a:lstStyle>
            <a:lvl1pPr algn="r">
              <a:defRPr sz="506" b="1" cap="all" spc="169" baseline="0">
                <a:solidFill>
                  <a:schemeClr val="tx1"/>
                </a:solidFill>
              </a:defRPr>
            </a:lvl1pPr>
          </a:lstStyle>
          <a:p>
            <a:fld id="{70C12960-6E85-460F-B6E3-5B82CB31AF3D}" type="slidenum">
              <a:rPr lang="en-US" smtClean="0"/>
              <a:t>‹#›</a:t>
            </a:fld>
            <a:endParaRPr lang="en-US"/>
          </a:p>
        </p:txBody>
      </p:sp>
      <p:cxnSp>
        <p:nvCxnSpPr>
          <p:cNvPr id="9" name="Straight Connector 8">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p:cNvCxnSpPr>
          <p:nvPr/>
        </p:nvCxnSpPr>
        <p:spPr>
          <a:xfrm>
            <a:off x="713234" y="1031001"/>
            <a:ext cx="978863"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7339434"/>
      </p:ext>
    </p:extLst>
  </p:cSld>
  <p:clrMap bg1="lt1" tx1="dk1" bg2="lt2" tx2="dk2" accent1="accent1" accent2="accent2" accent3="accent3" accent4="accent4" accent5="accent5" accent6="accent6" hlink="hlink" folHlink="folHlink"/>
  <p:sldLayoutIdLst>
    <p:sldLayoutId id="2147484299" r:id="rId1"/>
    <p:sldLayoutId id="2147484300" r:id="rId2"/>
    <p:sldLayoutId id="2147484301" r:id="rId3"/>
    <p:sldLayoutId id="2147484291" r:id="rId4"/>
    <p:sldLayoutId id="2147484292" r:id="rId5"/>
    <p:sldLayoutId id="2147484293" r:id="rId6"/>
    <p:sldLayoutId id="2147484294" r:id="rId7"/>
    <p:sldLayoutId id="2147484295" r:id="rId8"/>
    <p:sldLayoutId id="2147484296" r:id="rId9"/>
    <p:sldLayoutId id="2147484297" r:id="rId10"/>
    <p:sldLayoutId id="2147484298" r:id="rId11"/>
  </p:sldLayoutIdLst>
  <p:hf sldNum="0" hdr="0" ftr="0" dt="0"/>
  <p:txStyles>
    <p:titleStyle>
      <a:lvl1pPr algn="l" defTabSz="514350" rtl="0" eaLnBrk="1" latinLnBrk="0" hangingPunct="1">
        <a:lnSpc>
          <a:spcPct val="100000"/>
        </a:lnSpc>
        <a:spcBef>
          <a:spcPct val="0"/>
        </a:spcBef>
        <a:buNone/>
        <a:defRPr sz="2250" b="1" kern="1200">
          <a:solidFill>
            <a:schemeClr val="tx1"/>
          </a:solidFill>
          <a:latin typeface="+mj-lt"/>
          <a:ea typeface="+mj-ea"/>
          <a:cs typeface="+mj-cs"/>
        </a:defRPr>
      </a:lvl1pPr>
    </p:titleStyle>
    <p:bodyStyle>
      <a:lvl1pPr marL="128588" indent="-128588" algn="l" defTabSz="514350" rtl="0" eaLnBrk="1" latinLnBrk="0" hangingPunct="1">
        <a:lnSpc>
          <a:spcPct val="120000"/>
        </a:lnSpc>
        <a:spcBef>
          <a:spcPts val="563"/>
        </a:spcBef>
        <a:buSzPct val="87000"/>
        <a:buFont typeface="Arial" panose="020B0604020202020204" pitchFamily="34" charset="0"/>
        <a:buChar char="•"/>
        <a:defRPr sz="1125" kern="1200">
          <a:solidFill>
            <a:schemeClr val="tx1"/>
          </a:solidFill>
          <a:latin typeface="+mn-lt"/>
          <a:ea typeface="+mn-ea"/>
          <a:cs typeface="+mn-cs"/>
        </a:defRPr>
      </a:lvl1pPr>
      <a:lvl2pPr marL="277749" indent="-128588" algn="l" defTabSz="514350" rtl="0" eaLnBrk="1" latinLnBrk="0" hangingPunct="1">
        <a:lnSpc>
          <a:spcPct val="120000"/>
        </a:lnSpc>
        <a:spcBef>
          <a:spcPts val="281"/>
        </a:spcBef>
        <a:buSzPct val="87000"/>
        <a:buFont typeface="Arial" panose="020B0604020202020204" pitchFamily="34" charset="0"/>
        <a:buChar char="•"/>
        <a:defRPr sz="1013" kern="1200">
          <a:solidFill>
            <a:schemeClr val="tx1"/>
          </a:solidFill>
          <a:latin typeface="+mn-lt"/>
          <a:ea typeface="+mn-ea"/>
          <a:cs typeface="+mn-cs"/>
        </a:defRPr>
      </a:lvl2pPr>
      <a:lvl3pPr marL="411480" indent="-128588" algn="l" defTabSz="514350" rtl="0" eaLnBrk="1" latinLnBrk="0" hangingPunct="1">
        <a:lnSpc>
          <a:spcPct val="120000"/>
        </a:lnSpc>
        <a:spcBef>
          <a:spcPts val="281"/>
        </a:spcBef>
        <a:buSzPct val="87000"/>
        <a:buFont typeface="Arial" panose="020B0604020202020204" pitchFamily="34" charset="0"/>
        <a:buChar char="•"/>
        <a:defRPr sz="900" kern="1200">
          <a:solidFill>
            <a:schemeClr val="tx1"/>
          </a:solidFill>
          <a:latin typeface="+mn-lt"/>
          <a:ea typeface="+mn-ea"/>
          <a:cs typeface="+mn-cs"/>
        </a:defRPr>
      </a:lvl3pPr>
      <a:lvl4pPr marL="591503" indent="-160735" algn="l" defTabSz="514350" rtl="0" eaLnBrk="1" latinLnBrk="0" hangingPunct="1">
        <a:lnSpc>
          <a:spcPct val="120000"/>
        </a:lnSpc>
        <a:spcBef>
          <a:spcPts val="281"/>
        </a:spcBef>
        <a:buSzPct val="87000"/>
        <a:buFont typeface="Arial" panose="020B0604020202020204" pitchFamily="34" charset="0"/>
        <a:buChar char="•"/>
        <a:defRPr sz="788" kern="1200">
          <a:solidFill>
            <a:schemeClr val="tx1"/>
          </a:solidFill>
          <a:latin typeface="+mn-lt"/>
          <a:ea typeface="+mn-ea"/>
          <a:cs typeface="+mn-cs"/>
        </a:defRPr>
      </a:lvl4pPr>
      <a:lvl5pPr marL="730377" indent="-128588" algn="l" defTabSz="514350" rtl="0" eaLnBrk="1" latinLnBrk="0" hangingPunct="1">
        <a:lnSpc>
          <a:spcPct val="120000"/>
        </a:lnSpc>
        <a:spcBef>
          <a:spcPts val="281"/>
        </a:spcBef>
        <a:buSzPct val="87000"/>
        <a:buFont typeface="Arial" panose="020B0604020202020204" pitchFamily="34" charset="0"/>
        <a:buChar char="•"/>
        <a:defRPr sz="788" kern="1200">
          <a:solidFill>
            <a:schemeClr val="tx1"/>
          </a:solidFill>
          <a:latin typeface="+mn-lt"/>
          <a:ea typeface="+mn-ea"/>
          <a:cs typeface="+mn-cs"/>
        </a:defRPr>
      </a:lvl5pPr>
      <a:lvl6pPr marL="141446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6pPr>
      <a:lvl7pPr marL="167163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7pPr>
      <a:lvl8pPr marL="1928813"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8pPr>
      <a:lvl9pPr marL="2185988" indent="-128588" algn="l" defTabSz="514350" rtl="0" eaLnBrk="1" latinLnBrk="0" hangingPunct="1">
        <a:lnSpc>
          <a:spcPct val="90000"/>
        </a:lnSpc>
        <a:spcBef>
          <a:spcPts val="281"/>
        </a:spcBef>
        <a:buFont typeface="Arial" panose="020B0604020202020204" pitchFamily="34" charset="0"/>
        <a:buChar char="•"/>
        <a:defRPr sz="1013" kern="1200">
          <a:solidFill>
            <a:schemeClr val="tx1"/>
          </a:solidFill>
          <a:latin typeface="+mn-lt"/>
          <a:ea typeface="+mn-ea"/>
          <a:cs typeface="+mn-cs"/>
        </a:defRPr>
      </a:lvl9pPr>
    </p:bodyStyle>
    <p:otherStyle>
      <a:defPPr>
        <a:defRPr lang="en-US"/>
      </a:defPPr>
      <a:lvl1pPr marL="0" algn="l" defTabSz="514350" rtl="0" eaLnBrk="1" latinLnBrk="0" hangingPunct="1">
        <a:defRPr sz="1013" kern="1200">
          <a:solidFill>
            <a:schemeClr val="tx1"/>
          </a:solidFill>
          <a:latin typeface="+mn-lt"/>
          <a:ea typeface="+mn-ea"/>
          <a:cs typeface="+mn-cs"/>
        </a:defRPr>
      </a:lvl1pPr>
      <a:lvl2pPr marL="257175" algn="l" defTabSz="514350" rtl="0" eaLnBrk="1" latinLnBrk="0" hangingPunct="1">
        <a:defRPr sz="1013" kern="1200">
          <a:solidFill>
            <a:schemeClr val="tx1"/>
          </a:solidFill>
          <a:latin typeface="+mn-lt"/>
          <a:ea typeface="+mn-ea"/>
          <a:cs typeface="+mn-cs"/>
        </a:defRPr>
      </a:lvl2pPr>
      <a:lvl3pPr marL="514350" algn="l" defTabSz="514350" rtl="0" eaLnBrk="1" latinLnBrk="0" hangingPunct="1">
        <a:defRPr sz="1013" kern="1200">
          <a:solidFill>
            <a:schemeClr val="tx1"/>
          </a:solidFill>
          <a:latin typeface="+mn-lt"/>
          <a:ea typeface="+mn-ea"/>
          <a:cs typeface="+mn-cs"/>
        </a:defRPr>
      </a:lvl3pPr>
      <a:lvl4pPr marL="771525" algn="l" defTabSz="514350" rtl="0" eaLnBrk="1" latinLnBrk="0" hangingPunct="1">
        <a:defRPr sz="1013" kern="1200">
          <a:solidFill>
            <a:schemeClr val="tx1"/>
          </a:solidFill>
          <a:latin typeface="+mn-lt"/>
          <a:ea typeface="+mn-ea"/>
          <a:cs typeface="+mn-cs"/>
        </a:defRPr>
      </a:lvl4pPr>
      <a:lvl5pPr marL="1028700" algn="l" defTabSz="514350" rtl="0" eaLnBrk="1" latinLnBrk="0" hangingPunct="1">
        <a:defRPr sz="1013" kern="1200">
          <a:solidFill>
            <a:schemeClr val="tx1"/>
          </a:solidFill>
          <a:latin typeface="+mn-lt"/>
          <a:ea typeface="+mn-ea"/>
          <a:cs typeface="+mn-cs"/>
        </a:defRPr>
      </a:lvl5pPr>
      <a:lvl6pPr marL="1285875" algn="l" defTabSz="514350" rtl="0" eaLnBrk="1" latinLnBrk="0" hangingPunct="1">
        <a:defRPr sz="1013" kern="1200">
          <a:solidFill>
            <a:schemeClr val="tx1"/>
          </a:solidFill>
          <a:latin typeface="+mn-lt"/>
          <a:ea typeface="+mn-ea"/>
          <a:cs typeface="+mn-cs"/>
        </a:defRPr>
      </a:lvl6pPr>
      <a:lvl7pPr marL="1543050" algn="l" defTabSz="514350" rtl="0" eaLnBrk="1" latinLnBrk="0" hangingPunct="1">
        <a:defRPr sz="1013" kern="1200">
          <a:solidFill>
            <a:schemeClr val="tx1"/>
          </a:solidFill>
          <a:latin typeface="+mn-lt"/>
          <a:ea typeface="+mn-ea"/>
          <a:cs typeface="+mn-cs"/>
        </a:defRPr>
      </a:lvl7pPr>
      <a:lvl8pPr marL="1800225" algn="l" defTabSz="514350" rtl="0" eaLnBrk="1" latinLnBrk="0" hangingPunct="1">
        <a:defRPr sz="1013" kern="1200">
          <a:solidFill>
            <a:schemeClr val="tx1"/>
          </a:solidFill>
          <a:latin typeface="+mn-lt"/>
          <a:ea typeface="+mn-ea"/>
          <a:cs typeface="+mn-cs"/>
        </a:defRPr>
      </a:lvl8pPr>
      <a:lvl9pPr marL="2057400" algn="l" defTabSz="514350" rtl="0" eaLnBrk="1" latinLnBrk="0" hangingPunct="1">
        <a:defRPr sz="101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4.png"/><Relationship Id="rId7" Type="http://schemas.openxmlformats.org/officeDocument/2006/relationships/diagramColors" Target="../diagrams/colors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27.svg"/></Relationships>
</file>

<file path=ppt/slides/_rels/slide12.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0.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ABA4FDDF-F59C-428B-8603-3A86D75931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3" name="Picture 2" descr="A blue dna chain with white text&#10;&#10;AI-generated content may be incorrect.">
            <a:extLst>
              <a:ext uri="{FF2B5EF4-FFF2-40B4-BE49-F238E27FC236}">
                <a16:creationId xmlns:a16="http://schemas.microsoft.com/office/drawing/2014/main" id="{896CA738-319E-C8BB-5951-1FE04EBD5636}"/>
              </a:ext>
            </a:extLst>
          </p:cNvPr>
          <p:cNvPicPr>
            <a:picLocks noChangeAspect="1"/>
          </p:cNvPicPr>
          <p:nvPr/>
        </p:nvPicPr>
        <p:blipFill>
          <a:blip r:embed="rId3"/>
          <a:srcRect t="2546" b="13185"/>
          <a:stretch>
            <a:fillRect/>
          </a:stretch>
        </p:blipFill>
        <p:spPr>
          <a:xfrm>
            <a:off x="0" y="12"/>
            <a:ext cx="12192000" cy="6857988"/>
          </a:xfrm>
          <a:prstGeom prst="rect">
            <a:avLst/>
          </a:prstGeom>
        </p:spPr>
      </p:pic>
      <p:cxnSp>
        <p:nvCxnSpPr>
          <p:cNvPr id="21" name="Straight Connector 20">
            <a:extLst>
              <a:ext uri="{FF2B5EF4-FFF2-40B4-BE49-F238E27FC236}">
                <a16:creationId xmlns:a16="http://schemas.microsoft.com/office/drawing/2014/main" id="{3EAD13EF-74FA-4D38-8F15-B51F09C96B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90600" y="5831258"/>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0A065D8B-BEC6-1BED-7F0D-3B74D842E40F}"/>
              </a:ext>
            </a:extLst>
          </p:cNvPr>
          <p:cNvSpPr txBox="1"/>
          <p:nvPr/>
        </p:nvSpPr>
        <p:spPr>
          <a:xfrm>
            <a:off x="8160589" y="4865298"/>
            <a:ext cx="2848538" cy="523220"/>
          </a:xfrm>
          <a:prstGeom prst="rect">
            <a:avLst/>
          </a:prstGeom>
          <a:noFill/>
        </p:spPr>
        <p:txBody>
          <a:bodyPr wrap="square" rtlCol="0">
            <a:spAutoFit/>
          </a:bodyPr>
          <a:lstStyle/>
          <a:p>
            <a:r>
              <a:rPr lang="en-US" sz="2800" dirty="0">
                <a:solidFill>
                  <a:schemeClr val="bg1"/>
                </a:solidFill>
                <a:latin typeface="Arial" panose="020B0604020202020204" pitchFamily="34" charset="0"/>
                <a:ea typeface="Verdana" panose="020B0604030504040204" pitchFamily="34" charset="0"/>
                <a:cs typeface="Arial" panose="020B0604020202020204" pitchFamily="34" charset="0"/>
              </a:rPr>
              <a:t>Gevin </a:t>
            </a:r>
            <a:r>
              <a:rPr lang="en-US" sz="2800" dirty="0" err="1">
                <a:solidFill>
                  <a:schemeClr val="bg1"/>
                </a:solidFill>
                <a:latin typeface="Arial" panose="020B0604020202020204" pitchFamily="34" charset="0"/>
                <a:ea typeface="Verdana" panose="020B0604030504040204" pitchFamily="34" charset="0"/>
                <a:cs typeface="Arial" panose="020B0604020202020204" pitchFamily="34" charset="0"/>
              </a:rPr>
              <a:t>Madharha</a:t>
            </a:r>
            <a:endParaRPr lang="en-US" sz="2800" dirty="0">
              <a:solidFill>
                <a:schemeClr val="bg1"/>
              </a:solidFill>
              <a:latin typeface="Arial" panose="020B0604020202020204" pitchFamily="34" charset="0"/>
              <a:ea typeface="Verdana" panose="020B0604030504040204" pitchFamily="34" charset="0"/>
              <a:cs typeface="Arial" panose="020B0604020202020204" pitchFamily="34" charset="0"/>
            </a:endParaRPr>
          </a:p>
        </p:txBody>
      </p:sp>
    </p:spTree>
    <p:extLst>
      <p:ext uri="{BB962C8B-B14F-4D97-AF65-F5344CB8AC3E}">
        <p14:creationId xmlns:p14="http://schemas.microsoft.com/office/powerpoint/2010/main" val="10316709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7" name="Rectangle 56">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56AEB2-E3FC-BF82-DF4F-6DAD31068C90}"/>
              </a:ext>
            </a:extLst>
          </p:cNvPr>
          <p:cNvSpPr>
            <a:spLocks noGrp="1"/>
          </p:cNvSpPr>
          <p:nvPr>
            <p:ph type="title"/>
          </p:nvPr>
        </p:nvSpPr>
        <p:spPr>
          <a:xfrm>
            <a:off x="640080" y="1371600"/>
            <a:ext cx="5737859" cy="1097280"/>
          </a:xfrm>
        </p:spPr>
        <p:txBody>
          <a:bodyPr vert="horz" lIns="91440" tIns="45720" rIns="91440" bIns="45720" rtlCol="0" anchor="t">
            <a:normAutofit/>
          </a:bodyPr>
          <a:lstStyle/>
          <a:p>
            <a:pPr defTabSz="914400">
              <a:lnSpc>
                <a:spcPct val="90000"/>
              </a:lnSpc>
            </a:pPr>
            <a:r>
              <a:rPr lang="en-US" sz="3400" dirty="0"/>
              <a:t>What will we demonstrate today? </a:t>
            </a:r>
          </a:p>
        </p:txBody>
      </p:sp>
      <p:cxnSp>
        <p:nvCxnSpPr>
          <p:cNvPr id="58" name="Straight Connector 57">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14" name="Rectangle 2">
            <a:extLst>
              <a:ext uri="{FF2B5EF4-FFF2-40B4-BE49-F238E27FC236}">
                <a16:creationId xmlns:a16="http://schemas.microsoft.com/office/drawing/2014/main" id="{C5317FCC-5973-81AB-CA53-7E81636ABD23}"/>
              </a:ext>
            </a:extLst>
          </p:cNvPr>
          <p:cNvSpPr>
            <a:spLocks noChangeArrowheads="1"/>
          </p:cNvSpPr>
          <p:nvPr/>
        </p:nvSpPr>
        <p:spPr bwMode="auto">
          <a:xfrm>
            <a:off x="640080" y="2633236"/>
            <a:ext cx="5737860" cy="3666980"/>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rmAutofit/>
          </a:bodyPr>
          <a:lstStyle/>
          <a:p>
            <a:pPr marL="0" marR="0" lvl="0" indent="0" defTabSz="914400" fontAlgn="base">
              <a:lnSpc>
                <a:spcPct val="110000"/>
              </a:lnSpc>
              <a:spcBef>
                <a:spcPct val="0"/>
              </a:spcBef>
              <a:spcAft>
                <a:spcPts val="600"/>
              </a:spcAft>
              <a:buClrTx/>
              <a:buSzPct val="87000"/>
              <a:tabLst/>
            </a:pPr>
            <a:r>
              <a:rPr kumimoji="0" lang="en-US" altLang="en-US" sz="1500" b="0" i="0" u="none" strike="noStrike" cap="none" normalizeH="0" baseline="0" dirty="0">
                <a:ln>
                  <a:noFill/>
                </a:ln>
                <a:effectLst/>
              </a:rPr>
              <a:t>🎯 </a:t>
            </a:r>
            <a:r>
              <a:rPr kumimoji="0" lang="en-US" altLang="en-US" sz="1500" b="1" i="0" u="none" strike="noStrike" cap="none" normalizeH="0" baseline="0" dirty="0">
                <a:ln>
                  <a:noFill/>
                </a:ln>
                <a:effectLst/>
              </a:rPr>
              <a:t>Goal</a:t>
            </a:r>
            <a:r>
              <a:rPr kumimoji="0" lang="en-US" altLang="en-US" sz="1500" b="0" i="0" u="none" strike="noStrike" cap="none" normalizeH="0" baseline="0" dirty="0">
                <a:ln>
                  <a:noFill/>
                </a:ln>
                <a:effectLst/>
              </a:rPr>
              <a:t> – Show how advanced AI drives real scientific and agricultural outcomes</a:t>
            </a:r>
          </a:p>
          <a:p>
            <a:pPr marL="0" marR="0" lvl="0" indent="0" defTabSz="914400" fontAlgn="base">
              <a:lnSpc>
                <a:spcPct val="110000"/>
              </a:lnSpc>
              <a:spcBef>
                <a:spcPct val="0"/>
              </a:spcBef>
              <a:spcAft>
                <a:spcPts val="600"/>
              </a:spcAft>
              <a:buClrTx/>
              <a:buSzPct val="87000"/>
              <a:buFont typeface="Arial" panose="020B0604020202020204" pitchFamily="34" charset="0"/>
              <a:buChar char="•"/>
              <a:tabLst/>
            </a:pPr>
            <a:endParaRPr kumimoji="0" lang="en-US" altLang="en-US" sz="1500" b="0" i="0" u="none" strike="noStrike" cap="none" normalizeH="0" baseline="0" dirty="0">
              <a:ln>
                <a:noFill/>
              </a:ln>
              <a:effectLst/>
            </a:endParaRPr>
          </a:p>
          <a:p>
            <a:pPr marL="0" marR="0" lvl="0" indent="0" defTabSz="914400" fontAlgn="base">
              <a:lnSpc>
                <a:spcPct val="110000"/>
              </a:lnSpc>
              <a:spcBef>
                <a:spcPct val="0"/>
              </a:spcBef>
              <a:spcAft>
                <a:spcPts val="600"/>
              </a:spcAft>
              <a:buClrTx/>
              <a:buSzPct val="87000"/>
              <a:tabLst/>
            </a:pPr>
            <a:r>
              <a:rPr kumimoji="0" lang="en-US" altLang="en-US" sz="1500" b="0" i="0" u="none" strike="noStrike" cap="none" normalizeH="0" baseline="0" dirty="0">
                <a:ln>
                  <a:noFill/>
                </a:ln>
                <a:effectLst/>
              </a:rPr>
              <a:t>🧬 </a:t>
            </a:r>
            <a:r>
              <a:rPr kumimoji="0" lang="en-US" altLang="en-US" sz="1500" b="1" i="0" u="none" strike="noStrike" cap="none" normalizeH="0" baseline="0" dirty="0">
                <a:ln>
                  <a:noFill/>
                </a:ln>
                <a:effectLst/>
              </a:rPr>
              <a:t>Introduction to Emilia</a:t>
            </a:r>
            <a:r>
              <a:rPr kumimoji="0" lang="en-US" altLang="en-US" sz="1500" b="0" i="0" u="none" strike="noStrike" cap="none" normalizeH="0" baseline="0" dirty="0">
                <a:ln>
                  <a:noFill/>
                </a:ln>
                <a:effectLst/>
              </a:rPr>
              <a:t> – A platform connecting genetics research with farming decisions</a:t>
            </a:r>
          </a:p>
          <a:p>
            <a:pPr marL="0" marR="0" lvl="0" indent="0" defTabSz="914400" fontAlgn="base">
              <a:lnSpc>
                <a:spcPct val="110000"/>
              </a:lnSpc>
              <a:spcBef>
                <a:spcPct val="0"/>
              </a:spcBef>
              <a:spcAft>
                <a:spcPts val="600"/>
              </a:spcAft>
              <a:buClrTx/>
              <a:buSzPct val="87000"/>
              <a:buFont typeface="Arial" panose="020B0604020202020204" pitchFamily="34" charset="0"/>
              <a:buChar char="•"/>
              <a:tabLst/>
            </a:pPr>
            <a:endParaRPr kumimoji="0" lang="en-US" altLang="en-US" sz="1500" b="0" i="0" u="none" strike="noStrike" cap="none" normalizeH="0" baseline="0" dirty="0">
              <a:ln>
                <a:noFill/>
              </a:ln>
              <a:effectLst/>
            </a:endParaRPr>
          </a:p>
          <a:p>
            <a:pPr marL="0" marR="0" lvl="0" indent="0" defTabSz="914400" fontAlgn="base">
              <a:lnSpc>
                <a:spcPct val="110000"/>
              </a:lnSpc>
              <a:spcBef>
                <a:spcPct val="0"/>
              </a:spcBef>
              <a:spcAft>
                <a:spcPts val="600"/>
              </a:spcAft>
              <a:buClrTx/>
              <a:buSzPct val="87000"/>
              <a:tabLst/>
            </a:pPr>
            <a:r>
              <a:rPr kumimoji="0" lang="en-US" altLang="en-US" sz="1500" b="0" i="0" u="none" strike="noStrike" cap="none" normalizeH="0" baseline="0" dirty="0">
                <a:ln>
                  <a:noFill/>
                </a:ln>
                <a:effectLst/>
              </a:rPr>
              <a:t>🤖 </a:t>
            </a:r>
            <a:r>
              <a:rPr kumimoji="0" lang="en-US" altLang="en-US" sz="1500" b="1" i="0" u="none" strike="noStrike" cap="none" normalizeH="0" baseline="0" dirty="0">
                <a:ln>
                  <a:noFill/>
                </a:ln>
                <a:effectLst/>
              </a:rPr>
              <a:t>Powered by RAG-driven AI agent</a:t>
            </a:r>
            <a:r>
              <a:rPr kumimoji="0" lang="en-US" altLang="en-US" sz="1500" b="0" i="0" u="none" strike="noStrike" cap="none" normalizeH="0" baseline="0" dirty="0">
                <a:ln>
                  <a:noFill/>
                </a:ln>
                <a:effectLst/>
              </a:rPr>
              <a:t> – Retrieval-Augmented Generation for actionable insights</a:t>
            </a:r>
          </a:p>
          <a:p>
            <a:pPr marL="0" marR="0" lvl="0" indent="0" defTabSz="914400" fontAlgn="base">
              <a:lnSpc>
                <a:spcPct val="110000"/>
              </a:lnSpc>
              <a:spcBef>
                <a:spcPct val="0"/>
              </a:spcBef>
              <a:spcAft>
                <a:spcPts val="600"/>
              </a:spcAft>
              <a:buClrTx/>
              <a:buSzPct val="87000"/>
              <a:buFont typeface="Arial" panose="020B0604020202020204" pitchFamily="34" charset="0"/>
              <a:buChar char="•"/>
              <a:tabLst/>
            </a:pPr>
            <a:endParaRPr lang="en-US" altLang="en-US" sz="1500" dirty="0"/>
          </a:p>
          <a:p>
            <a:pPr defTabSz="914400" fontAlgn="base">
              <a:lnSpc>
                <a:spcPct val="110000"/>
              </a:lnSpc>
              <a:spcBef>
                <a:spcPct val="0"/>
              </a:spcBef>
              <a:spcAft>
                <a:spcPts val="600"/>
              </a:spcAft>
              <a:buSzPct val="87000"/>
            </a:pPr>
            <a:r>
              <a:rPr lang="en-US" altLang="en-US" sz="1500" dirty="0"/>
              <a:t>🌱 </a:t>
            </a:r>
            <a:r>
              <a:rPr lang="en-US" altLang="en-US" sz="1500" b="1" dirty="0"/>
              <a:t>Collaboration</a:t>
            </a:r>
            <a:r>
              <a:rPr lang="en-US" altLang="en-US" sz="1500" dirty="0"/>
              <a:t> – Bridging researchers and farmers for practical impact</a:t>
            </a:r>
            <a:endParaRPr kumimoji="0" lang="en-US" altLang="en-US" sz="1500" b="0" i="0" u="none" strike="noStrike" cap="none" normalizeH="0" baseline="0" dirty="0">
              <a:ln>
                <a:noFill/>
              </a:ln>
              <a:effectLst/>
            </a:endParaRPr>
          </a:p>
          <a:p>
            <a:pPr marL="0" marR="0" lvl="0" indent="0" defTabSz="914400" fontAlgn="base">
              <a:lnSpc>
                <a:spcPct val="110000"/>
              </a:lnSpc>
              <a:spcBef>
                <a:spcPct val="0"/>
              </a:spcBef>
              <a:spcAft>
                <a:spcPts val="600"/>
              </a:spcAft>
              <a:buClrTx/>
              <a:buSzPct val="87000"/>
              <a:buFont typeface="Arial" panose="020B0604020202020204" pitchFamily="34" charset="0"/>
              <a:buChar char="•"/>
              <a:tabLst/>
            </a:pPr>
            <a:endParaRPr kumimoji="0" lang="en-US" altLang="en-US" sz="1500" b="0" i="0" u="none" strike="noStrike" cap="none" normalizeH="0" baseline="0" dirty="0">
              <a:ln>
                <a:noFill/>
              </a:ln>
              <a:effectLst/>
            </a:endParaRPr>
          </a:p>
        </p:txBody>
      </p:sp>
      <p:pic>
        <p:nvPicPr>
          <p:cNvPr id="59" name="Graphic 58" descr="Check List">
            <a:extLst>
              <a:ext uri="{FF2B5EF4-FFF2-40B4-BE49-F238E27FC236}">
                <a16:creationId xmlns:a16="http://schemas.microsoft.com/office/drawing/2014/main" id="{A306209A-4FFB-8CED-3CBC-3B4E465BCE68}"/>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7155179" y="1924386"/>
            <a:ext cx="4375829" cy="4375829"/>
          </a:xfrm>
          <a:prstGeom prst="rect">
            <a:avLst/>
          </a:prstGeom>
        </p:spPr>
      </p:pic>
      <p:sp>
        <p:nvSpPr>
          <p:cNvPr id="5" name="TextBox 4">
            <a:extLst>
              <a:ext uri="{FF2B5EF4-FFF2-40B4-BE49-F238E27FC236}">
                <a16:creationId xmlns:a16="http://schemas.microsoft.com/office/drawing/2014/main" id="{A6B60E49-3192-BA92-E325-251E02A4C2E6}"/>
              </a:ext>
            </a:extLst>
          </p:cNvPr>
          <p:cNvSpPr txBox="1"/>
          <p:nvPr/>
        </p:nvSpPr>
        <p:spPr>
          <a:xfrm>
            <a:off x="2444817" y="1559293"/>
            <a:ext cx="184731" cy="369332"/>
          </a:xfrm>
          <a:prstGeom prst="rect">
            <a:avLst/>
          </a:prstGeom>
          <a:noFill/>
        </p:spPr>
        <p:txBody>
          <a:bodyPr wrap="none" rtlCol="0">
            <a:spAutoFit/>
          </a:bodyPr>
          <a:lstStyle/>
          <a:p>
            <a:endParaRPr lang="en-US" dirty="0"/>
          </a:p>
        </p:txBody>
      </p:sp>
    </p:spTree>
    <p:extLst>
      <p:ext uri="{BB962C8B-B14F-4D97-AF65-F5344CB8AC3E}">
        <p14:creationId xmlns:p14="http://schemas.microsoft.com/office/powerpoint/2010/main" val="25376217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871EF0-7EE8-247C-BBAF-0FD368DCEBB4}"/>
              </a:ext>
            </a:extLst>
          </p:cNvPr>
          <p:cNvSpPr>
            <a:spLocks noGrp="1"/>
          </p:cNvSpPr>
          <p:nvPr>
            <p:ph type="title"/>
          </p:nvPr>
        </p:nvSpPr>
        <p:spPr>
          <a:xfrm>
            <a:off x="5496821" y="1371600"/>
            <a:ext cx="6034187" cy="1097280"/>
          </a:xfrm>
        </p:spPr>
        <p:txBody>
          <a:bodyPr>
            <a:normAutofit/>
          </a:bodyPr>
          <a:lstStyle/>
          <a:p>
            <a:r>
              <a:rPr lang="en-CA" dirty="0"/>
              <a:t>The Origin Story – From Infrastructure to Insight</a:t>
            </a:r>
            <a:endParaRPr lang="en-US" dirty="0"/>
          </a:p>
        </p:txBody>
      </p:sp>
      <p:pic>
        <p:nvPicPr>
          <p:cNvPr id="5" name="Picture 4" descr="A person sitting in front of a computer&#10;&#10;AI-generated content may be incorrect.">
            <a:extLst>
              <a:ext uri="{FF2B5EF4-FFF2-40B4-BE49-F238E27FC236}">
                <a16:creationId xmlns:a16="http://schemas.microsoft.com/office/drawing/2014/main" id="{CE36DF6A-104A-42ED-B2C3-213FA0EF85A9}"/>
              </a:ext>
            </a:extLst>
          </p:cNvPr>
          <p:cNvPicPr>
            <a:picLocks noChangeAspect="1"/>
          </p:cNvPicPr>
          <p:nvPr/>
        </p:nvPicPr>
        <p:blipFill>
          <a:blip r:embed="rId3"/>
          <a:srcRect t="18421" r="-1" b="10992"/>
          <a:stretch>
            <a:fillRect/>
          </a:stretch>
        </p:blipFill>
        <p:spPr>
          <a:xfrm>
            <a:off x="20" y="10"/>
            <a:ext cx="4857871" cy="6857990"/>
          </a:xfrm>
          <a:prstGeom prst="rect">
            <a:avLst/>
          </a:prstGeom>
        </p:spPr>
      </p:pic>
      <p:cxnSp>
        <p:nvCxnSpPr>
          <p:cNvPr id="19" name="Straight Connector 18">
            <a:extLst>
              <a:ext uri="{FF2B5EF4-FFF2-40B4-BE49-F238E27FC236}">
                <a16:creationId xmlns:a16="http://schemas.microsoft.com/office/drawing/2014/main" id="{691422F5-4221-4812-AFD9-5479C6D60AD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580905" y="1031005"/>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21" name="Content Placeholder 2">
            <a:extLst>
              <a:ext uri="{FF2B5EF4-FFF2-40B4-BE49-F238E27FC236}">
                <a16:creationId xmlns:a16="http://schemas.microsoft.com/office/drawing/2014/main" id="{2949CC5B-FCD0-BB66-137D-0563E29EDC5E}"/>
              </a:ext>
            </a:extLst>
          </p:cNvPr>
          <p:cNvGraphicFramePr>
            <a:graphicFrameLocks noGrp="1"/>
          </p:cNvGraphicFramePr>
          <p:nvPr>
            <p:ph idx="1"/>
          </p:nvPr>
        </p:nvGraphicFramePr>
        <p:xfrm>
          <a:off x="5496821" y="2633236"/>
          <a:ext cx="6034187" cy="366468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42470384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1" name="Rectangle 20">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6343244-BA6B-4BA0-11B2-A8CF43D62705}"/>
              </a:ext>
            </a:extLst>
          </p:cNvPr>
          <p:cNvSpPr>
            <a:spLocks noGrp="1"/>
          </p:cNvSpPr>
          <p:nvPr>
            <p:ph type="title"/>
          </p:nvPr>
        </p:nvSpPr>
        <p:spPr>
          <a:xfrm>
            <a:off x="640079" y="914400"/>
            <a:ext cx="4261104" cy="1097280"/>
          </a:xfrm>
        </p:spPr>
        <p:txBody>
          <a:bodyPr anchor="t">
            <a:normAutofit/>
          </a:bodyPr>
          <a:lstStyle/>
          <a:p>
            <a:pPr>
              <a:lnSpc>
                <a:spcPct val="90000"/>
              </a:lnSpc>
            </a:pPr>
            <a:r>
              <a:rPr lang="en-CA" sz="3400" dirty="0"/>
              <a:t>The "Aha!" Moment  Identifying the Gap</a:t>
            </a:r>
            <a:endParaRPr lang="en-US" sz="3400" dirty="0"/>
          </a:p>
        </p:txBody>
      </p:sp>
      <p:sp>
        <p:nvSpPr>
          <p:cNvPr id="22" name="Content Placeholder 2">
            <a:extLst>
              <a:ext uri="{FF2B5EF4-FFF2-40B4-BE49-F238E27FC236}">
                <a16:creationId xmlns:a16="http://schemas.microsoft.com/office/drawing/2014/main" id="{CC95246F-3FB7-3B4A-FA2C-37BDC5401330}"/>
              </a:ext>
            </a:extLst>
          </p:cNvPr>
          <p:cNvSpPr>
            <a:spLocks noGrp="1"/>
          </p:cNvSpPr>
          <p:nvPr>
            <p:ph idx="1"/>
          </p:nvPr>
        </p:nvSpPr>
        <p:spPr>
          <a:xfrm>
            <a:off x="640079" y="2176036"/>
            <a:ext cx="4261104" cy="4121887"/>
          </a:xfrm>
        </p:spPr>
        <p:txBody>
          <a:bodyPr>
            <a:normAutofit/>
          </a:bodyPr>
          <a:lstStyle/>
          <a:p>
            <a:r>
              <a:rPr lang="en-CA" sz="1800" b="1" dirty="0"/>
              <a:t>The Disconnect:</a:t>
            </a:r>
            <a:endParaRPr lang="en-CA" sz="1800" dirty="0"/>
          </a:p>
          <a:p>
            <a:pPr lvl="1"/>
            <a:r>
              <a:rPr lang="en-CA" sz="1300" b="1" dirty="0"/>
              <a:t>Researchers</a:t>
            </a:r>
            <a:r>
              <a:rPr lang="en-CA" sz="1300" dirty="0"/>
              <a:t> have the knowledge but struggle with data volume and tooling.</a:t>
            </a:r>
          </a:p>
          <a:p>
            <a:pPr lvl="1"/>
            <a:r>
              <a:rPr lang="en-CA" sz="1300" b="1" dirty="0"/>
              <a:t>Farmers</a:t>
            </a:r>
            <a:r>
              <a:rPr lang="en-CA" sz="1300" dirty="0"/>
              <a:t> have the practical need but lack real-time access to that knowledge.</a:t>
            </a:r>
          </a:p>
          <a:p>
            <a:r>
              <a:rPr lang="en-CA" sz="1800" b="1" dirty="0"/>
              <a:t>The Vision:</a:t>
            </a:r>
            <a:endParaRPr lang="en-CA" sz="1800" dirty="0"/>
          </a:p>
          <a:p>
            <a:pPr lvl="1"/>
            <a:r>
              <a:rPr lang="en-CA" sz="1300" dirty="0"/>
              <a:t>What if a single solution could connect </a:t>
            </a:r>
            <a:r>
              <a:rPr lang="en-CA" sz="1300" b="1" dirty="0"/>
              <a:t>Expertise</a:t>
            </a:r>
            <a:r>
              <a:rPr lang="en-CA" sz="1300" dirty="0"/>
              <a:t>, </a:t>
            </a:r>
            <a:r>
              <a:rPr lang="en-CA" sz="1300" b="1" dirty="0"/>
              <a:t>Literature</a:t>
            </a:r>
            <a:r>
              <a:rPr lang="en-CA" sz="1300" dirty="0"/>
              <a:t>, and </a:t>
            </a:r>
            <a:r>
              <a:rPr lang="en-CA" sz="1300" b="1" dirty="0"/>
              <a:t>Data</a:t>
            </a:r>
            <a:r>
              <a:rPr lang="en-CA" sz="1300" dirty="0"/>
              <a:t>?</a:t>
            </a:r>
          </a:p>
          <a:p>
            <a:pPr lvl="1"/>
            <a:r>
              <a:rPr lang="en-CA" sz="1300" b="1" dirty="0"/>
              <a:t>Goal:</a:t>
            </a:r>
            <a:r>
              <a:rPr lang="en-CA" sz="1300" dirty="0"/>
              <a:t> Shift focus from "Managing Data" to "Analyzing Insights."</a:t>
            </a:r>
          </a:p>
          <a:p>
            <a:r>
              <a:rPr lang="en-CA" sz="1800" b="1" dirty="0"/>
              <a:t>The Proposed Solution:</a:t>
            </a:r>
            <a:endParaRPr lang="en-CA" sz="1800" dirty="0"/>
          </a:p>
          <a:p>
            <a:pPr lvl="1"/>
            <a:r>
              <a:rPr lang="en-CA" sz="1300" dirty="0"/>
              <a:t>An integrated platform where the latest academic literature informs real-time farm decisions.</a:t>
            </a:r>
          </a:p>
        </p:txBody>
      </p:sp>
      <p:pic>
        <p:nvPicPr>
          <p:cNvPr id="5" name="Picture 4" descr="A person sitting at a desk with a computer and a person sitting at a desk with books&#10;&#10;AI-generated content may be incorrect.">
            <a:extLst>
              <a:ext uri="{FF2B5EF4-FFF2-40B4-BE49-F238E27FC236}">
                <a16:creationId xmlns:a16="http://schemas.microsoft.com/office/drawing/2014/main" id="{512A57BC-D872-355B-371C-811751F6E2F4}"/>
              </a:ext>
            </a:extLst>
          </p:cNvPr>
          <p:cNvPicPr>
            <a:picLocks noChangeAspect="1"/>
          </p:cNvPicPr>
          <p:nvPr/>
        </p:nvPicPr>
        <p:blipFill>
          <a:blip r:embed="rId3"/>
          <a:srcRect t="17352" r="-1" b="549"/>
          <a:stretch>
            <a:fillRect/>
          </a:stretch>
        </p:blipFill>
        <p:spPr>
          <a:xfrm>
            <a:off x="5671128" y="914399"/>
            <a:ext cx="6520872" cy="5353521"/>
          </a:xfrm>
          <a:prstGeom prst="rect">
            <a:avLst/>
          </a:prstGeom>
        </p:spPr>
      </p:pic>
      <p:cxnSp>
        <p:nvCxnSpPr>
          <p:cNvPr id="23" name="Straight Connector 22">
            <a:extLst>
              <a:ext uri="{FF2B5EF4-FFF2-40B4-BE49-F238E27FC236}">
                <a16:creationId xmlns:a16="http://schemas.microsoft.com/office/drawing/2014/main" id="{92025DBA-8780-9CA0-2826-FF6E3BD1A0C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5672328" y="6267921"/>
            <a:ext cx="6519672" cy="2"/>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1052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EDA847-6C49-6FB6-6987-155DE597C8B9}"/>
              </a:ext>
            </a:extLst>
          </p:cNvPr>
          <p:cNvSpPr>
            <a:spLocks noGrp="1"/>
          </p:cNvSpPr>
          <p:nvPr>
            <p:ph type="title"/>
          </p:nvPr>
        </p:nvSpPr>
        <p:spPr>
          <a:xfrm>
            <a:off x="7269904" y="914400"/>
            <a:ext cx="4261104" cy="1097280"/>
          </a:xfrm>
        </p:spPr>
        <p:txBody>
          <a:bodyPr anchor="t">
            <a:normAutofit/>
          </a:bodyPr>
          <a:lstStyle/>
          <a:p>
            <a:pPr>
              <a:lnSpc>
                <a:spcPct val="90000"/>
              </a:lnSpc>
            </a:pPr>
            <a:r>
              <a:rPr lang="en-CA" sz="3600" dirty="0"/>
              <a:t>The Researcher's Struggle</a:t>
            </a:r>
            <a:endParaRPr lang="en-US" sz="3600" dirty="0"/>
          </a:p>
        </p:txBody>
      </p:sp>
      <p:pic>
        <p:nvPicPr>
          <p:cNvPr id="5" name="Picture 4" descr="A person sitting at a desk with a computer&#10;&#10;AI-generated content may be incorrect.">
            <a:extLst>
              <a:ext uri="{FF2B5EF4-FFF2-40B4-BE49-F238E27FC236}">
                <a16:creationId xmlns:a16="http://schemas.microsoft.com/office/drawing/2014/main" id="{FB12F7AE-CF77-E282-1CA5-539DBF04CF21}"/>
              </a:ext>
            </a:extLst>
          </p:cNvPr>
          <p:cNvPicPr>
            <a:picLocks noChangeAspect="1"/>
          </p:cNvPicPr>
          <p:nvPr/>
        </p:nvPicPr>
        <p:blipFill>
          <a:blip r:embed="rId3"/>
          <a:srcRect t="10613" b="26863"/>
          <a:stretch>
            <a:fillRect/>
          </a:stretch>
        </p:blipFill>
        <p:spPr>
          <a:xfrm>
            <a:off x="-1" y="914399"/>
            <a:ext cx="6657255" cy="5353523"/>
          </a:xfrm>
          <a:prstGeom prst="rect">
            <a:avLst/>
          </a:prstGeom>
        </p:spPr>
      </p:pic>
      <p:cxnSp>
        <p:nvCxnSpPr>
          <p:cNvPr id="24" name="Straight Connector 23">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6656832"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2BD8EAF1-4334-98DB-8B12-F687E9AEFECC}"/>
              </a:ext>
            </a:extLst>
          </p:cNvPr>
          <p:cNvSpPr>
            <a:spLocks noGrp="1"/>
          </p:cNvSpPr>
          <p:nvPr>
            <p:ph idx="1"/>
          </p:nvPr>
        </p:nvSpPr>
        <p:spPr>
          <a:xfrm>
            <a:off x="7269905" y="2176036"/>
            <a:ext cx="4261104" cy="4121887"/>
          </a:xfrm>
        </p:spPr>
        <p:txBody>
          <a:bodyPr>
            <a:normAutofit fontScale="92500" lnSpcReduction="10000"/>
          </a:bodyPr>
          <a:lstStyle/>
          <a:p>
            <a:r>
              <a:rPr lang="en-CA" sz="1800" b="1" dirty="0"/>
              <a:t>Challenge 1: Data Management Friction</a:t>
            </a:r>
            <a:endParaRPr lang="en-CA" sz="1800" dirty="0"/>
          </a:p>
          <a:p>
            <a:pPr lvl="1"/>
            <a:r>
              <a:rPr lang="en-CA" sz="1400" dirty="0"/>
              <a:t>Spending 80% of time collecting/formatting data and only 20% analyzing it.</a:t>
            </a:r>
          </a:p>
          <a:p>
            <a:pPr lvl="1"/>
            <a:r>
              <a:rPr lang="en-CA" sz="1400" dirty="0"/>
              <a:t>Struggle with fragmented storage (USBs, local drives, legacy servers).</a:t>
            </a:r>
          </a:p>
          <a:p>
            <a:r>
              <a:rPr lang="en-CA" sz="1800" b="1" dirty="0"/>
              <a:t>Challenge 2: Literature Overload</a:t>
            </a:r>
            <a:endParaRPr lang="en-CA" sz="1800" dirty="0"/>
          </a:p>
          <a:p>
            <a:pPr lvl="1"/>
            <a:r>
              <a:rPr lang="en-CA" sz="1400" dirty="0"/>
              <a:t>Traditional tools (e.g., Mendeley) are passive repositories, not active assistants.</a:t>
            </a:r>
          </a:p>
          <a:p>
            <a:pPr lvl="1"/>
            <a:r>
              <a:rPr lang="en-CA" sz="1400" dirty="0"/>
              <a:t>Impossible to keep up with the exponential growth of new papers.</a:t>
            </a:r>
          </a:p>
          <a:p>
            <a:r>
              <a:rPr lang="en-CA" sz="1800" b="1" dirty="0"/>
              <a:t>Challenge 3: Technology Abandonment</a:t>
            </a:r>
            <a:endParaRPr lang="en-CA" sz="1800" dirty="0"/>
          </a:p>
          <a:p>
            <a:pPr lvl="1"/>
            <a:r>
              <a:rPr lang="en-CA" sz="1400" dirty="0"/>
              <a:t>High learning curves lead to abandoning advanced analytics tools.</a:t>
            </a:r>
          </a:p>
          <a:p>
            <a:pPr lvl="1"/>
            <a:r>
              <a:rPr lang="en-CA" sz="1400" dirty="0"/>
              <a:t>Reverting to manual Excel sheets limits discovery potential.</a:t>
            </a:r>
          </a:p>
        </p:txBody>
      </p:sp>
    </p:spTree>
    <p:extLst>
      <p:ext uri="{BB962C8B-B14F-4D97-AF65-F5344CB8AC3E}">
        <p14:creationId xmlns:p14="http://schemas.microsoft.com/office/powerpoint/2010/main" val="23659097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8FCE029E-5073-4498-8104-8427AA9873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2" name="Title 1">
            <a:extLst>
              <a:ext uri="{FF2B5EF4-FFF2-40B4-BE49-F238E27FC236}">
                <a16:creationId xmlns:a16="http://schemas.microsoft.com/office/drawing/2014/main" id="{D0696186-36C3-4366-DB67-3B13F3FCFEC1}"/>
              </a:ext>
            </a:extLst>
          </p:cNvPr>
          <p:cNvSpPr>
            <a:spLocks noGrp="1"/>
          </p:cNvSpPr>
          <p:nvPr>
            <p:ph type="title"/>
          </p:nvPr>
        </p:nvSpPr>
        <p:spPr>
          <a:xfrm>
            <a:off x="640080" y="914401"/>
            <a:ext cx="9158438" cy="1477817"/>
          </a:xfrm>
        </p:spPr>
        <p:txBody>
          <a:bodyPr>
            <a:noAutofit/>
          </a:bodyPr>
          <a:lstStyle/>
          <a:p>
            <a:r>
              <a:rPr lang="en-CA" sz="3600" dirty="0"/>
              <a:t>The Farmer's Operational Blind Spot</a:t>
            </a:r>
            <a:endParaRPr lang="en-US" sz="3600" dirty="0"/>
          </a:p>
        </p:txBody>
      </p:sp>
      <p:pic>
        <p:nvPicPr>
          <p:cNvPr id="5" name="Picture 4" descr="A person holding a phone in a field with sheep&#10;&#10;AI-generated content may be incorrect.">
            <a:extLst>
              <a:ext uri="{FF2B5EF4-FFF2-40B4-BE49-F238E27FC236}">
                <a16:creationId xmlns:a16="http://schemas.microsoft.com/office/drawing/2014/main" id="{29CDF73D-00DC-6A73-4D68-06136DCF0746}"/>
              </a:ext>
            </a:extLst>
          </p:cNvPr>
          <p:cNvPicPr>
            <a:picLocks noChangeAspect="1"/>
          </p:cNvPicPr>
          <p:nvPr/>
        </p:nvPicPr>
        <p:blipFill>
          <a:blip r:embed="rId3"/>
          <a:srcRect t="710" r="-2" b="24709"/>
          <a:stretch>
            <a:fillRect/>
          </a:stretch>
        </p:blipFill>
        <p:spPr>
          <a:xfrm>
            <a:off x="1" y="2546515"/>
            <a:ext cx="4946906" cy="3689359"/>
          </a:xfrm>
          <a:prstGeom prst="rect">
            <a:avLst/>
          </a:prstGeom>
        </p:spPr>
      </p:pic>
      <p:cxnSp>
        <p:nvCxnSpPr>
          <p:cNvPr id="15" name="Straight Connector 14">
            <a:extLst>
              <a:ext uri="{FF2B5EF4-FFF2-40B4-BE49-F238E27FC236}">
                <a16:creationId xmlns:a16="http://schemas.microsoft.com/office/drawing/2014/main" id="{BEFF515C-2521-4964-9DAC-2BFB8EC86AE4}"/>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74446"/>
            <a:ext cx="4946904" cy="1"/>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91CD5D9E-457F-77A4-A161-C8514786F8B1}"/>
              </a:ext>
            </a:extLst>
          </p:cNvPr>
          <p:cNvSpPr>
            <a:spLocks noGrp="1"/>
          </p:cNvSpPr>
          <p:nvPr>
            <p:ph idx="1"/>
          </p:nvPr>
        </p:nvSpPr>
        <p:spPr>
          <a:xfrm>
            <a:off x="5784783" y="2594349"/>
            <a:ext cx="5746226" cy="3911033"/>
          </a:xfrm>
        </p:spPr>
        <p:txBody>
          <a:bodyPr>
            <a:normAutofit/>
          </a:bodyPr>
          <a:lstStyle/>
          <a:p>
            <a:r>
              <a:rPr lang="en-CA" sz="1800" b="1" dirty="0"/>
              <a:t>Challenge 1: Dependency on External Experts</a:t>
            </a:r>
            <a:endParaRPr lang="en-CA" sz="1800" dirty="0"/>
          </a:p>
          <a:p>
            <a:pPr lvl="1"/>
            <a:r>
              <a:rPr lang="en-CA" sz="1400" dirty="0"/>
              <a:t>Reliance on scheduled visits from technicians, veterinarians, or advisors.</a:t>
            </a:r>
          </a:p>
          <a:p>
            <a:pPr lvl="1"/>
            <a:r>
              <a:rPr lang="en-CA" sz="1400" dirty="0"/>
              <a:t>Lack of autonomy in interpreting complex data.</a:t>
            </a:r>
          </a:p>
          <a:p>
            <a:r>
              <a:rPr lang="en-CA" sz="1800" b="1" dirty="0"/>
              <a:t>Challenge 2: Reactive vs. Proactive</a:t>
            </a:r>
            <a:endParaRPr lang="en-CA" sz="1800" dirty="0"/>
          </a:p>
          <a:p>
            <a:pPr lvl="1"/>
            <a:r>
              <a:rPr lang="en-CA" sz="1400" dirty="0"/>
              <a:t>"Lag Time" in decision making: Disease or yield issues are often identified too late.</a:t>
            </a:r>
          </a:p>
          <a:p>
            <a:pPr lvl="1"/>
            <a:r>
              <a:rPr lang="en-CA" sz="1400" dirty="0"/>
              <a:t>No easy way to monitor production metrics in real-time.</a:t>
            </a:r>
          </a:p>
          <a:p>
            <a:r>
              <a:rPr lang="en-CA" sz="1800" b="1" dirty="0"/>
              <a:t>The Need:</a:t>
            </a:r>
            <a:endParaRPr lang="en-CA" sz="1800" dirty="0"/>
          </a:p>
          <a:p>
            <a:pPr lvl="1"/>
            <a:r>
              <a:rPr lang="en-CA" sz="1400" dirty="0"/>
              <a:t>A "Digital Advisor" that is available 24/7 to interpret data and flag risks immediately.</a:t>
            </a:r>
          </a:p>
          <a:p>
            <a:pPr marL="0" indent="0">
              <a:buNone/>
            </a:pPr>
            <a:endParaRPr lang="en-US" dirty="0"/>
          </a:p>
        </p:txBody>
      </p:sp>
    </p:spTree>
    <p:extLst>
      <p:ext uri="{BB962C8B-B14F-4D97-AF65-F5344CB8AC3E}">
        <p14:creationId xmlns:p14="http://schemas.microsoft.com/office/powerpoint/2010/main" val="30638261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37A8364-0792-3B7B-1E52-53070A3D62BF}"/>
              </a:ext>
            </a:extLst>
          </p:cNvPr>
          <p:cNvSpPr>
            <a:spLocks noGrp="1"/>
          </p:cNvSpPr>
          <p:nvPr>
            <p:ph type="title"/>
          </p:nvPr>
        </p:nvSpPr>
        <p:spPr>
          <a:xfrm>
            <a:off x="640080" y="914399"/>
            <a:ext cx="10847494" cy="1171069"/>
          </a:xfrm>
        </p:spPr>
        <p:txBody>
          <a:bodyPr anchor="t">
            <a:normAutofit fontScale="90000"/>
          </a:bodyPr>
          <a:lstStyle/>
          <a:p>
            <a:r>
              <a:rPr lang="en-CA" sz="3600" dirty="0"/>
              <a:t>Connecting the Dots </a:t>
            </a:r>
            <a:r>
              <a:rPr lang="en-CA" sz="4000" dirty="0"/>
              <a:t>– ” Emilia AI " Agent Overview</a:t>
            </a:r>
            <a:endParaRPr lang="en-US" sz="4000" dirty="0"/>
          </a:p>
        </p:txBody>
      </p:sp>
      <p:pic>
        <p:nvPicPr>
          <p:cNvPr id="5" name="Picture 4" descr="A diagram of informational analysis&#10;&#10;AI-generated content may be incorrect.">
            <a:extLst>
              <a:ext uri="{FF2B5EF4-FFF2-40B4-BE49-F238E27FC236}">
                <a16:creationId xmlns:a16="http://schemas.microsoft.com/office/drawing/2014/main" id="{1D72E8FB-F358-FEB3-F9AA-CFCD7992369D}"/>
              </a:ext>
            </a:extLst>
          </p:cNvPr>
          <p:cNvPicPr>
            <a:picLocks noChangeAspect="1"/>
          </p:cNvPicPr>
          <p:nvPr/>
        </p:nvPicPr>
        <p:blipFill>
          <a:blip r:embed="rId3"/>
          <a:stretch>
            <a:fillRect/>
          </a:stretch>
        </p:blipFill>
        <p:spPr>
          <a:xfrm>
            <a:off x="635267" y="1830285"/>
            <a:ext cx="5794409" cy="4186461"/>
          </a:xfrm>
          <a:prstGeom prst="rect">
            <a:avLst/>
          </a:prstGeom>
        </p:spPr>
      </p:pic>
      <p:sp>
        <p:nvSpPr>
          <p:cNvPr id="3" name="Content Placeholder 2">
            <a:extLst>
              <a:ext uri="{FF2B5EF4-FFF2-40B4-BE49-F238E27FC236}">
                <a16:creationId xmlns:a16="http://schemas.microsoft.com/office/drawing/2014/main" id="{C774D705-2D5A-5ACA-E7B4-B656DF993AB7}"/>
              </a:ext>
            </a:extLst>
          </p:cNvPr>
          <p:cNvSpPr>
            <a:spLocks noGrp="1"/>
          </p:cNvSpPr>
          <p:nvPr>
            <p:ph idx="1"/>
          </p:nvPr>
        </p:nvSpPr>
        <p:spPr>
          <a:xfrm>
            <a:off x="6915150" y="2256287"/>
            <a:ext cx="4563618" cy="3760459"/>
          </a:xfrm>
        </p:spPr>
        <p:txBody>
          <a:bodyPr anchor="t">
            <a:normAutofit fontScale="92500"/>
          </a:bodyPr>
          <a:lstStyle/>
          <a:p>
            <a:r>
              <a:rPr lang="en-CA" sz="1800" b="1" dirty="0"/>
              <a:t>A Unified Ecosystem:</a:t>
            </a:r>
            <a:endParaRPr lang="en-CA" sz="1800" dirty="0"/>
          </a:p>
          <a:p>
            <a:pPr lvl="1"/>
            <a:r>
              <a:rPr lang="en-CA" sz="1400" dirty="0"/>
              <a:t>Connects </a:t>
            </a:r>
            <a:r>
              <a:rPr lang="en-CA" sz="1400" b="1" dirty="0"/>
              <a:t>Lab</a:t>
            </a:r>
            <a:r>
              <a:rPr lang="en-CA" sz="1400" dirty="0"/>
              <a:t> (Genomics), </a:t>
            </a:r>
            <a:r>
              <a:rPr lang="en-CA" sz="1400" b="1" dirty="0"/>
              <a:t>Library</a:t>
            </a:r>
            <a:r>
              <a:rPr lang="en-CA" sz="1400" dirty="0"/>
              <a:t> (Publications), and </a:t>
            </a:r>
            <a:r>
              <a:rPr lang="en-CA" sz="1400" b="1" dirty="0"/>
              <a:t>Land</a:t>
            </a:r>
            <a:r>
              <a:rPr lang="en-CA" sz="1400" dirty="0"/>
              <a:t> (Farm Records).</a:t>
            </a:r>
          </a:p>
          <a:p>
            <a:r>
              <a:rPr lang="en-CA" sz="1800" b="1" dirty="0"/>
              <a:t>Key Capabilities:</a:t>
            </a:r>
            <a:endParaRPr lang="en-CA" sz="1800" dirty="0"/>
          </a:p>
          <a:p>
            <a:pPr lvl="1"/>
            <a:r>
              <a:rPr lang="en-CA" sz="1800" b="1" dirty="0"/>
              <a:t>Automated Synthesis:</a:t>
            </a:r>
            <a:r>
              <a:rPr lang="en-CA" sz="1800" dirty="0"/>
              <a:t> </a:t>
            </a:r>
            <a:r>
              <a:rPr lang="en-CA" sz="1400" dirty="0"/>
              <a:t>AI scans thousands of papers to find relevant insights.</a:t>
            </a:r>
          </a:p>
          <a:p>
            <a:pPr lvl="1"/>
            <a:r>
              <a:rPr lang="en-CA" sz="1800" b="1" dirty="0"/>
              <a:t>Context-Awareness:</a:t>
            </a:r>
            <a:r>
              <a:rPr lang="en-CA" sz="1800" dirty="0"/>
              <a:t> </a:t>
            </a:r>
            <a:r>
              <a:rPr lang="en-CA" sz="1400" dirty="0"/>
              <a:t>An "Expert on Demand" that knows the literature and the farm data..</a:t>
            </a:r>
          </a:p>
          <a:p>
            <a:pPr lvl="1"/>
            <a:r>
              <a:rPr lang="en-CA" sz="1800" b="1" dirty="0"/>
              <a:t>User-Centric Design:</a:t>
            </a:r>
            <a:endParaRPr lang="en-CA" sz="1800" dirty="0"/>
          </a:p>
          <a:p>
            <a:pPr lvl="2"/>
            <a:r>
              <a:rPr lang="en-CA" sz="1400" dirty="0"/>
              <a:t>Advanced Analytics environments (</a:t>
            </a:r>
            <a:r>
              <a:rPr lang="en-CA" sz="1400" dirty="0" err="1"/>
              <a:t>JupyterHub</a:t>
            </a:r>
            <a:r>
              <a:rPr lang="en-CA" sz="1400" dirty="0"/>
              <a:t>) for Researchers.</a:t>
            </a:r>
          </a:p>
          <a:p>
            <a:pPr lvl="2"/>
            <a:r>
              <a:rPr lang="en-CA" sz="1400" dirty="0"/>
              <a:t>Mobile-first, offline-capable dashboards for Farmers.</a:t>
            </a:r>
          </a:p>
        </p:txBody>
      </p:sp>
      <p:cxnSp>
        <p:nvCxnSpPr>
          <p:cNvPr id="8" name="Straight Connector 7">
            <a:extLst>
              <a:ext uri="{FF2B5EF4-FFF2-40B4-BE49-F238E27FC236}">
                <a16:creationId xmlns:a16="http://schemas.microsoft.com/office/drawing/2014/main" id="{2EA0F4A6-3CC9-C9E2-BA02-58FA29F7DD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1123474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83090A1-CEB3-6327-C2BB-1F2CCA04E9BC}"/>
              </a:ext>
            </a:extLst>
          </p:cNvPr>
          <p:cNvSpPr>
            <a:spLocks noGrp="1"/>
          </p:cNvSpPr>
          <p:nvPr>
            <p:ph type="title"/>
          </p:nvPr>
        </p:nvSpPr>
        <p:spPr>
          <a:xfrm>
            <a:off x="640079" y="570750"/>
            <a:ext cx="10890929" cy="1387934"/>
          </a:xfrm>
        </p:spPr>
        <p:txBody>
          <a:bodyPr anchor="b">
            <a:normAutofit/>
          </a:bodyPr>
          <a:lstStyle/>
          <a:p>
            <a:r>
              <a:rPr lang="en-CA" sz="3600" dirty="0"/>
              <a:t>GPT‑5.1‑Class Models: The Opportunity</a:t>
            </a:r>
          </a:p>
        </p:txBody>
      </p:sp>
      <p:cxnSp>
        <p:nvCxnSpPr>
          <p:cNvPr id="11" name="Straight Connector 10">
            <a:extLst>
              <a:ext uri="{FF2B5EF4-FFF2-40B4-BE49-F238E27FC236}">
                <a16:creationId xmlns:a16="http://schemas.microsoft.com/office/drawing/2014/main" id="{E62D3963-2153-4637-96E6-E31BD2CE5D0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2307479"/>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13" name="Content Placeholder 2">
            <a:extLst>
              <a:ext uri="{FF2B5EF4-FFF2-40B4-BE49-F238E27FC236}">
                <a16:creationId xmlns:a16="http://schemas.microsoft.com/office/drawing/2014/main" id="{4C4460E7-F761-8B4C-5510-2442D7691013}"/>
              </a:ext>
            </a:extLst>
          </p:cNvPr>
          <p:cNvGraphicFramePr>
            <a:graphicFrameLocks noGrp="1"/>
          </p:cNvGraphicFramePr>
          <p:nvPr>
            <p:ph idx="1"/>
            <p:extLst>
              <p:ext uri="{D42A27DB-BD31-4B8C-83A1-F6EECF244321}">
                <p14:modId xmlns:p14="http://schemas.microsoft.com/office/powerpoint/2010/main" val="61086627"/>
              </p:ext>
            </p:extLst>
          </p:nvPr>
        </p:nvGraphicFramePr>
        <p:xfrm>
          <a:off x="640079" y="2559050"/>
          <a:ext cx="10890929" cy="37388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2540688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21C69525-1BE4-4BA0-A23C-3BB6C162EF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A5527F-4696-26A5-99D8-B85A82CE9B84}"/>
              </a:ext>
            </a:extLst>
          </p:cNvPr>
          <p:cNvSpPr>
            <a:spLocks noGrp="1"/>
          </p:cNvSpPr>
          <p:nvPr>
            <p:ph type="title"/>
          </p:nvPr>
        </p:nvSpPr>
        <p:spPr>
          <a:xfrm>
            <a:off x="640079" y="1371601"/>
            <a:ext cx="10890929" cy="1097280"/>
          </a:xfrm>
        </p:spPr>
        <p:txBody>
          <a:bodyPr>
            <a:normAutofit/>
          </a:bodyPr>
          <a:lstStyle/>
          <a:p>
            <a:r>
              <a:rPr lang="en-CA" sz="3600" dirty="0"/>
              <a:t>GPT‑5.1 in Practice: Why We Chose a RAG‑First Path</a:t>
            </a:r>
            <a:endParaRPr lang="en-US" sz="3600" dirty="0"/>
          </a:p>
        </p:txBody>
      </p:sp>
      <p:cxnSp>
        <p:nvCxnSpPr>
          <p:cNvPr id="24" name="Straight Connector 23">
            <a:extLst>
              <a:ext uri="{FF2B5EF4-FFF2-40B4-BE49-F238E27FC236}">
                <a16:creationId xmlns:a16="http://schemas.microsoft.com/office/drawing/2014/main" id="{B68AF875-C18B-4B48-AE4C-A63FD3CEFB11}"/>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25" name="Content Placeholder 2">
            <a:extLst>
              <a:ext uri="{FF2B5EF4-FFF2-40B4-BE49-F238E27FC236}">
                <a16:creationId xmlns:a16="http://schemas.microsoft.com/office/drawing/2014/main" id="{3717898E-EFBB-CCAC-0CC5-8CC2E82C3765}"/>
              </a:ext>
            </a:extLst>
          </p:cNvPr>
          <p:cNvGraphicFramePr>
            <a:graphicFrameLocks noGrp="1"/>
          </p:cNvGraphicFramePr>
          <p:nvPr>
            <p:ph idx="1"/>
            <p:extLst>
              <p:ext uri="{D42A27DB-BD31-4B8C-83A1-F6EECF244321}">
                <p14:modId xmlns:p14="http://schemas.microsoft.com/office/powerpoint/2010/main" val="4216667540"/>
              </p:ext>
            </p:extLst>
          </p:nvPr>
        </p:nvGraphicFramePr>
        <p:xfrm>
          <a:off x="640079" y="2559050"/>
          <a:ext cx="10890929" cy="37388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720818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B43331-166B-4D9B-2C49-E5EBDECB5E47}"/>
              </a:ext>
            </a:extLst>
          </p:cNvPr>
          <p:cNvSpPr>
            <a:spLocks noGrp="1"/>
          </p:cNvSpPr>
          <p:nvPr>
            <p:ph type="title"/>
          </p:nvPr>
        </p:nvSpPr>
        <p:spPr>
          <a:xfrm>
            <a:off x="535873" y="1357174"/>
            <a:ext cx="6278813" cy="1111705"/>
          </a:xfrm>
        </p:spPr>
        <p:txBody>
          <a:bodyPr>
            <a:noAutofit/>
          </a:bodyPr>
          <a:lstStyle/>
          <a:p>
            <a:r>
              <a:rPr lang="en-CA" sz="3200" dirty="0"/>
              <a:t>Retrieval‑Augmented Generation (RAG): Why It Matters</a:t>
            </a:r>
            <a:endParaRPr lang="en-US" sz="3200" dirty="0"/>
          </a:p>
        </p:txBody>
      </p:sp>
      <p:cxnSp>
        <p:nvCxnSpPr>
          <p:cNvPr id="12" name="Straight Connector 11">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F550CE34-26DC-6DC7-FB62-B790C5CC1ADF}"/>
              </a:ext>
            </a:extLst>
          </p:cNvPr>
          <p:cNvSpPr>
            <a:spLocks noGrp="1"/>
          </p:cNvSpPr>
          <p:nvPr>
            <p:ph idx="1"/>
          </p:nvPr>
        </p:nvSpPr>
        <p:spPr>
          <a:xfrm>
            <a:off x="640080" y="2633236"/>
            <a:ext cx="5737860" cy="3666980"/>
          </a:xfrm>
        </p:spPr>
        <p:txBody>
          <a:bodyPr>
            <a:normAutofit fontScale="92500" lnSpcReduction="10000"/>
          </a:bodyPr>
          <a:lstStyle/>
          <a:p>
            <a:r>
              <a:rPr lang="en-CA" sz="1900" b="1" dirty="0"/>
              <a:t>What is RAG?</a:t>
            </a:r>
            <a:endParaRPr lang="en-CA" sz="1900" dirty="0"/>
          </a:p>
          <a:p>
            <a:pPr lvl="1"/>
            <a:r>
              <a:rPr lang="en-CA" sz="1400" dirty="0"/>
              <a:t>Combines a large language model with a </a:t>
            </a:r>
            <a:r>
              <a:rPr lang="en-CA" sz="1400" b="1" dirty="0"/>
              <a:t>retrieval step</a:t>
            </a:r>
            <a:r>
              <a:rPr lang="en-CA" sz="1400" dirty="0"/>
              <a:t> over your own data.</a:t>
            </a:r>
          </a:p>
          <a:p>
            <a:pPr lvl="1"/>
            <a:r>
              <a:rPr lang="en-CA" sz="1400" dirty="0"/>
              <a:t>Before answering, the model looks up relevant documents, records, or APIs.</a:t>
            </a:r>
          </a:p>
          <a:p>
            <a:pPr lvl="1"/>
            <a:r>
              <a:rPr lang="en-CA" sz="1400" dirty="0"/>
              <a:t>The response is generated </a:t>
            </a:r>
            <a:r>
              <a:rPr lang="en-CA" sz="1400" b="1" dirty="0"/>
              <a:t>using that retrieved context</a:t>
            </a:r>
            <a:r>
              <a:rPr lang="en-CA" sz="1400" dirty="0"/>
              <a:t>, not just what the model remembers.</a:t>
            </a:r>
          </a:p>
          <a:p>
            <a:r>
              <a:rPr lang="en-CA" sz="1900" b="1" dirty="0"/>
              <a:t>Why we need it (beyond pure foundation models)</a:t>
            </a:r>
            <a:endParaRPr lang="en-CA" sz="1900" dirty="0"/>
          </a:p>
          <a:p>
            <a:pPr lvl="1"/>
            <a:r>
              <a:rPr lang="en-CA" sz="1400" b="1" dirty="0"/>
              <a:t>Keeps answers up to date:</a:t>
            </a:r>
            <a:r>
              <a:rPr lang="en-CA" sz="1400" dirty="0"/>
              <a:t> Can use the latest reports, logs, and papers without retraining.</a:t>
            </a:r>
          </a:p>
          <a:p>
            <a:pPr lvl="1"/>
            <a:r>
              <a:rPr lang="en-CA" sz="1400" b="1" dirty="0"/>
              <a:t>Domain grounding:</a:t>
            </a:r>
            <a:r>
              <a:rPr lang="en-CA" sz="1400" dirty="0"/>
              <a:t> Adapts a general model to any domain (genomics, finance, law, etc.) by pointing it at domain‑specific data.</a:t>
            </a:r>
          </a:p>
          <a:p>
            <a:pPr lvl="1"/>
            <a:r>
              <a:rPr lang="en-CA" sz="1400" b="1" dirty="0"/>
              <a:t>Reduces hallucinations:</a:t>
            </a:r>
            <a:r>
              <a:rPr lang="en-CA" sz="1400" dirty="0"/>
              <a:t> The model is encouraged to rely on retrieved evidence instead of “making things up.”</a:t>
            </a:r>
          </a:p>
          <a:p>
            <a:endParaRPr lang="en-US" dirty="0"/>
          </a:p>
        </p:txBody>
      </p:sp>
      <p:pic>
        <p:nvPicPr>
          <p:cNvPr id="5" name="Picture 4">
            <a:extLst>
              <a:ext uri="{FF2B5EF4-FFF2-40B4-BE49-F238E27FC236}">
                <a16:creationId xmlns:a16="http://schemas.microsoft.com/office/drawing/2014/main" id="{B66F14F8-A7C4-608E-621D-D04D79FFB15C}"/>
              </a:ext>
            </a:extLst>
          </p:cNvPr>
          <p:cNvPicPr>
            <a:picLocks noChangeAspect="1"/>
          </p:cNvPicPr>
          <p:nvPr/>
        </p:nvPicPr>
        <p:blipFill>
          <a:blip r:embed="rId3"/>
          <a:stretch>
            <a:fillRect/>
          </a:stretch>
        </p:blipFill>
        <p:spPr>
          <a:xfrm>
            <a:off x="6689562" y="457186"/>
            <a:ext cx="4966563" cy="5843015"/>
          </a:xfrm>
          <a:prstGeom prst="rect">
            <a:avLst/>
          </a:prstGeom>
        </p:spPr>
      </p:pic>
      <p:sp>
        <p:nvSpPr>
          <p:cNvPr id="6" name="TextBox 5">
            <a:extLst>
              <a:ext uri="{FF2B5EF4-FFF2-40B4-BE49-F238E27FC236}">
                <a16:creationId xmlns:a16="http://schemas.microsoft.com/office/drawing/2014/main" id="{170625D8-9DB9-8B84-8A69-219BD72CE82C}"/>
              </a:ext>
            </a:extLst>
          </p:cNvPr>
          <p:cNvSpPr txBox="1"/>
          <p:nvPr/>
        </p:nvSpPr>
        <p:spPr>
          <a:xfrm>
            <a:off x="8123722" y="6312441"/>
            <a:ext cx="1754006" cy="307777"/>
          </a:xfrm>
          <a:prstGeom prst="rect">
            <a:avLst/>
          </a:prstGeom>
          <a:noFill/>
        </p:spPr>
        <p:txBody>
          <a:bodyPr wrap="none" rtlCol="0">
            <a:spAutoFit/>
          </a:bodyPr>
          <a:lstStyle/>
          <a:p>
            <a:r>
              <a:rPr lang="en-US" sz="1400" dirty="0"/>
              <a:t>Source: </a:t>
            </a:r>
            <a:r>
              <a:rPr lang="en-US" sz="1400" dirty="0" err="1"/>
              <a:t>ByteByteGO</a:t>
            </a:r>
            <a:endParaRPr lang="en-US" sz="1400" dirty="0"/>
          </a:p>
        </p:txBody>
      </p:sp>
    </p:spTree>
    <p:extLst>
      <p:ext uri="{BB962C8B-B14F-4D97-AF65-F5344CB8AC3E}">
        <p14:creationId xmlns:p14="http://schemas.microsoft.com/office/powerpoint/2010/main" val="26494611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B16557-FA4F-4C5C-CA3F-ECCDAAE9D6C8}"/>
              </a:ext>
            </a:extLst>
          </p:cNvPr>
          <p:cNvSpPr>
            <a:spLocks noGrp="1"/>
          </p:cNvSpPr>
          <p:nvPr>
            <p:ph type="title"/>
          </p:nvPr>
        </p:nvSpPr>
        <p:spPr>
          <a:xfrm>
            <a:off x="640080" y="1371600"/>
            <a:ext cx="5737859" cy="1097280"/>
          </a:xfrm>
        </p:spPr>
        <p:txBody>
          <a:bodyPr>
            <a:noAutofit/>
          </a:bodyPr>
          <a:lstStyle/>
          <a:p>
            <a:r>
              <a:rPr lang="en-CA" sz="3600" dirty="0"/>
              <a:t>The Importance of Cloud Computing</a:t>
            </a:r>
            <a:endParaRPr lang="en-US" sz="3600" dirty="0"/>
          </a:p>
        </p:txBody>
      </p:sp>
      <p:cxnSp>
        <p:nvCxnSpPr>
          <p:cNvPr id="12" name="Straight Connector 11">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74ACA3F-3F6E-C159-6724-8E8139E70BBE}"/>
              </a:ext>
            </a:extLst>
          </p:cNvPr>
          <p:cNvSpPr>
            <a:spLocks noGrp="1"/>
          </p:cNvSpPr>
          <p:nvPr>
            <p:ph idx="1"/>
          </p:nvPr>
        </p:nvSpPr>
        <p:spPr>
          <a:xfrm>
            <a:off x="640080" y="2633236"/>
            <a:ext cx="5737860" cy="3666980"/>
          </a:xfrm>
        </p:spPr>
        <p:txBody>
          <a:bodyPr>
            <a:normAutofit/>
          </a:bodyPr>
          <a:lstStyle/>
          <a:p>
            <a:r>
              <a:rPr lang="en-CA" sz="1800" b="1" dirty="0"/>
              <a:t>Why Cloud? (AWS)</a:t>
            </a:r>
            <a:endParaRPr lang="en-CA" sz="1800" dirty="0"/>
          </a:p>
          <a:p>
            <a:pPr lvl="1"/>
            <a:r>
              <a:rPr lang="en-CA" sz="1400" b="1" dirty="0"/>
              <a:t>Accessibility:</a:t>
            </a:r>
            <a:r>
              <a:rPr lang="en-CA" sz="1400" dirty="0"/>
              <a:t> Access from anywhere—Remote fields, Research Labs, or Home.</a:t>
            </a:r>
          </a:p>
          <a:p>
            <a:pPr lvl="1"/>
            <a:r>
              <a:rPr lang="en-CA" sz="1400" b="1" dirty="0"/>
              <a:t>Agility:</a:t>
            </a:r>
            <a:r>
              <a:rPr lang="en-CA" sz="1400" dirty="0"/>
              <a:t> Rapid deployment of new features and updates.</a:t>
            </a:r>
          </a:p>
          <a:p>
            <a:pPr lvl="1"/>
            <a:r>
              <a:rPr lang="en-CA" sz="1400" b="1" dirty="0"/>
              <a:t>Collaboration:</a:t>
            </a:r>
            <a:r>
              <a:rPr lang="en-CA" sz="1400" dirty="0"/>
              <a:t> Shared data environment for multi-institution projects.</a:t>
            </a:r>
          </a:p>
          <a:p>
            <a:r>
              <a:rPr lang="en-CA" sz="1800" b="1" dirty="0"/>
              <a:t>Infrastructure as Code (</a:t>
            </a:r>
            <a:r>
              <a:rPr lang="en-CA" sz="1800" b="1" dirty="0" err="1"/>
              <a:t>IaC</a:t>
            </a:r>
            <a:r>
              <a:rPr lang="en-CA" sz="1800" b="1" dirty="0"/>
              <a:t>):</a:t>
            </a:r>
            <a:endParaRPr lang="en-CA" sz="1800" dirty="0"/>
          </a:p>
          <a:p>
            <a:pPr lvl="1"/>
            <a:r>
              <a:rPr lang="en-CA" sz="1400" dirty="0"/>
              <a:t>Automated setup of environments ensuring consistency (Dev, Test, Prod).</a:t>
            </a:r>
          </a:p>
          <a:p>
            <a:pPr lvl="1"/>
            <a:r>
              <a:rPr lang="en-CA" sz="1400" dirty="0"/>
              <a:t>Removes "it works on my machine" issues.</a:t>
            </a:r>
          </a:p>
          <a:p>
            <a:endParaRPr lang="en-US" dirty="0"/>
          </a:p>
        </p:txBody>
      </p:sp>
      <p:pic>
        <p:nvPicPr>
          <p:cNvPr id="7" name="Graphic 6" descr="Cloud Computing">
            <a:extLst>
              <a:ext uri="{FF2B5EF4-FFF2-40B4-BE49-F238E27FC236}">
                <a16:creationId xmlns:a16="http://schemas.microsoft.com/office/drawing/2014/main" id="{20F1F016-0B2B-D8A4-9334-0F1E521FA76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155179" y="1924386"/>
            <a:ext cx="4375829" cy="4375829"/>
          </a:xfrm>
          <a:prstGeom prst="rect">
            <a:avLst/>
          </a:prstGeom>
        </p:spPr>
      </p:pic>
    </p:spTree>
    <p:extLst>
      <p:ext uri="{BB962C8B-B14F-4D97-AF65-F5344CB8AC3E}">
        <p14:creationId xmlns:p14="http://schemas.microsoft.com/office/powerpoint/2010/main" val="34664572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629148-D970-9514-730D-C4DD39CF146D}"/>
              </a:ext>
            </a:extLst>
          </p:cNvPr>
          <p:cNvSpPr>
            <a:spLocks noGrp="1"/>
          </p:cNvSpPr>
          <p:nvPr>
            <p:ph type="title"/>
          </p:nvPr>
        </p:nvSpPr>
        <p:spPr>
          <a:xfrm>
            <a:off x="640080" y="1371600"/>
            <a:ext cx="5852160" cy="1097280"/>
          </a:xfrm>
        </p:spPr>
        <p:txBody>
          <a:bodyPr anchor="t">
            <a:noAutofit/>
          </a:bodyPr>
          <a:lstStyle/>
          <a:p>
            <a:r>
              <a:rPr lang="en-CA" sz="3600" dirty="0"/>
              <a:t>Scalability &amp; High Availability</a:t>
            </a:r>
            <a:endParaRPr lang="en-US" sz="3600" dirty="0"/>
          </a:p>
        </p:txBody>
      </p:sp>
      <p:cxnSp>
        <p:nvCxnSpPr>
          <p:cNvPr id="11" name="Straight Connector 10">
            <a:extLst>
              <a:ext uri="{FF2B5EF4-FFF2-40B4-BE49-F238E27FC236}">
                <a16:creationId xmlns:a16="http://schemas.microsoft.com/office/drawing/2014/main" id="{753FE100-D0AB-4AE2-824B-60CFA31EC6A2}"/>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6281"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71F98A40-880D-B69C-E9A0-447DBAECFF7D}"/>
              </a:ext>
            </a:extLst>
          </p:cNvPr>
          <p:cNvSpPr>
            <a:spLocks noGrp="1"/>
          </p:cNvSpPr>
          <p:nvPr>
            <p:ph idx="1"/>
          </p:nvPr>
        </p:nvSpPr>
        <p:spPr>
          <a:xfrm>
            <a:off x="640080" y="2633236"/>
            <a:ext cx="5852160" cy="3664685"/>
          </a:xfrm>
        </p:spPr>
        <p:txBody>
          <a:bodyPr>
            <a:normAutofit/>
          </a:bodyPr>
          <a:lstStyle/>
          <a:p>
            <a:r>
              <a:rPr lang="en-CA" sz="1800" b="1" dirty="0"/>
              <a:t>Scalability (Handling Growth):</a:t>
            </a:r>
            <a:endParaRPr lang="en-CA" sz="1800" dirty="0"/>
          </a:p>
          <a:p>
            <a:pPr lvl="1"/>
            <a:r>
              <a:rPr lang="en-CA" sz="1400" b="1" dirty="0"/>
              <a:t>Genomic Data Volume:</a:t>
            </a:r>
            <a:r>
              <a:rPr lang="en-CA" sz="1400" dirty="0"/>
              <a:t> Petabytes of sequencing data require elastic storage (S3).</a:t>
            </a:r>
          </a:p>
          <a:p>
            <a:pPr lvl="1"/>
            <a:r>
              <a:rPr lang="en-CA" sz="1400" b="1" dirty="0"/>
              <a:t>Compute Power:</a:t>
            </a:r>
            <a:r>
              <a:rPr lang="en-CA" sz="1400" dirty="0"/>
              <a:t> Auto-scaling compute (Fargate) for heavy AI processing.</a:t>
            </a:r>
          </a:p>
          <a:p>
            <a:r>
              <a:rPr lang="en-CA" sz="1800" b="1" dirty="0"/>
              <a:t>High Availability (Reliability):</a:t>
            </a:r>
            <a:endParaRPr lang="en-CA" sz="1800" dirty="0"/>
          </a:p>
          <a:p>
            <a:pPr lvl="1"/>
            <a:r>
              <a:rPr lang="en-CA" sz="1400" b="1" dirty="0"/>
              <a:t>Uptime:</a:t>
            </a:r>
            <a:r>
              <a:rPr lang="en-CA" sz="1400" dirty="0"/>
              <a:t> Critical for real-time farming decisions.</a:t>
            </a:r>
          </a:p>
          <a:p>
            <a:pPr lvl="1"/>
            <a:r>
              <a:rPr lang="en-CA" sz="1400" b="1" dirty="0"/>
              <a:t>Redundancy:</a:t>
            </a:r>
            <a:r>
              <a:rPr lang="en-CA" sz="1400" dirty="0"/>
              <a:t> Deployed across multiple Availability Zones (AZs) to prevent outages.</a:t>
            </a:r>
          </a:p>
          <a:p>
            <a:r>
              <a:rPr lang="en-CA" sz="1800" b="1" dirty="0"/>
              <a:t>Future Proofing:</a:t>
            </a:r>
            <a:endParaRPr lang="en-CA" sz="1800" dirty="0"/>
          </a:p>
          <a:p>
            <a:pPr lvl="1"/>
            <a:r>
              <a:rPr lang="en-CA" sz="1400" dirty="0"/>
              <a:t>Ready for next-gen sensors, IoT devices, and larger AI models.</a:t>
            </a:r>
          </a:p>
        </p:txBody>
      </p:sp>
      <p:pic>
        <p:nvPicPr>
          <p:cNvPr id="5" name="Picture 4" descr="Illuminated server room panel">
            <a:extLst>
              <a:ext uri="{FF2B5EF4-FFF2-40B4-BE49-F238E27FC236}">
                <a16:creationId xmlns:a16="http://schemas.microsoft.com/office/drawing/2014/main" id="{A47BDA07-ADA0-B02D-A417-7A0BA697E28B}"/>
              </a:ext>
            </a:extLst>
          </p:cNvPr>
          <p:cNvPicPr>
            <a:picLocks noChangeAspect="1"/>
          </p:cNvPicPr>
          <p:nvPr/>
        </p:nvPicPr>
        <p:blipFill>
          <a:blip r:embed="rId3"/>
          <a:srcRect l="23049" r="29780" b="-1"/>
          <a:stretch>
            <a:fillRect/>
          </a:stretch>
        </p:blipFill>
        <p:spPr>
          <a:xfrm>
            <a:off x="7345680" y="10"/>
            <a:ext cx="4846320" cy="6857990"/>
          </a:xfrm>
          <a:prstGeom prst="rect">
            <a:avLst/>
          </a:prstGeom>
        </p:spPr>
      </p:pic>
    </p:spTree>
    <p:extLst>
      <p:ext uri="{BB962C8B-B14F-4D97-AF65-F5344CB8AC3E}">
        <p14:creationId xmlns:p14="http://schemas.microsoft.com/office/powerpoint/2010/main" val="3440145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04D14CC-3269-A15A-2FE8-95D8B533ED18}"/>
              </a:ext>
            </a:extLst>
          </p:cNvPr>
          <p:cNvSpPr>
            <a:spLocks noGrp="1"/>
          </p:cNvSpPr>
          <p:nvPr>
            <p:ph type="title"/>
          </p:nvPr>
        </p:nvSpPr>
        <p:spPr>
          <a:xfrm>
            <a:off x="640081" y="1174884"/>
            <a:ext cx="10890928" cy="971550"/>
          </a:xfrm>
        </p:spPr>
        <p:txBody>
          <a:bodyPr anchor="t">
            <a:normAutofit/>
          </a:bodyPr>
          <a:lstStyle/>
          <a:p>
            <a:pPr>
              <a:lnSpc>
                <a:spcPct val="90000"/>
              </a:lnSpc>
            </a:pPr>
            <a:r>
              <a:rPr lang="en-CA" sz="3400" dirty="0"/>
              <a:t>Simplified Architecture: Users, Apps, and Core Services</a:t>
            </a:r>
            <a:endParaRPr lang="en-US" sz="3400" dirty="0"/>
          </a:p>
        </p:txBody>
      </p:sp>
      <p:cxnSp>
        <p:nvCxnSpPr>
          <p:cNvPr id="21" name="Straight Connector 20">
            <a:extLst>
              <a:ext uri="{FF2B5EF4-FFF2-40B4-BE49-F238E27FC236}">
                <a16:creationId xmlns:a16="http://schemas.microsoft.com/office/drawing/2014/main" id="{39AA7464-1EB7-A869-C7D3-AA680BBA984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5" name="Picture 4" descr="A diagram of a software company&#10;&#10;AI-generated content may be incorrect.">
            <a:extLst>
              <a:ext uri="{FF2B5EF4-FFF2-40B4-BE49-F238E27FC236}">
                <a16:creationId xmlns:a16="http://schemas.microsoft.com/office/drawing/2014/main" id="{A304C904-138A-1B60-E1D6-8DBB71F9FC88}"/>
              </a:ext>
            </a:extLst>
          </p:cNvPr>
          <p:cNvPicPr>
            <a:picLocks noChangeAspect="1"/>
          </p:cNvPicPr>
          <p:nvPr/>
        </p:nvPicPr>
        <p:blipFill>
          <a:blip r:embed="rId3"/>
          <a:stretch>
            <a:fillRect/>
          </a:stretch>
        </p:blipFill>
        <p:spPr>
          <a:xfrm>
            <a:off x="253201" y="2146434"/>
            <a:ext cx="5027785" cy="4273617"/>
          </a:xfrm>
          <a:prstGeom prst="rect">
            <a:avLst/>
          </a:prstGeom>
        </p:spPr>
      </p:pic>
      <p:sp>
        <p:nvSpPr>
          <p:cNvPr id="3" name="Content Placeholder 2">
            <a:extLst>
              <a:ext uri="{FF2B5EF4-FFF2-40B4-BE49-F238E27FC236}">
                <a16:creationId xmlns:a16="http://schemas.microsoft.com/office/drawing/2014/main" id="{92691ED4-555D-FCD4-8B55-C80C323497E9}"/>
              </a:ext>
            </a:extLst>
          </p:cNvPr>
          <p:cNvSpPr>
            <a:spLocks noGrp="1"/>
          </p:cNvSpPr>
          <p:nvPr>
            <p:ph idx="1"/>
          </p:nvPr>
        </p:nvSpPr>
        <p:spPr>
          <a:xfrm>
            <a:off x="6015790" y="2050182"/>
            <a:ext cx="5536130" cy="4369870"/>
          </a:xfrm>
        </p:spPr>
        <p:txBody>
          <a:bodyPr anchor="t">
            <a:normAutofit fontScale="55000" lnSpcReduction="20000"/>
          </a:bodyPr>
          <a:lstStyle/>
          <a:p>
            <a:pPr marL="0" indent="0">
              <a:lnSpc>
                <a:spcPct val="110000"/>
              </a:lnSpc>
              <a:buNone/>
            </a:pPr>
            <a:r>
              <a:rPr lang="en-CA" sz="2900" b="1" dirty="0"/>
              <a:t>Users &amp; Entry Points</a:t>
            </a:r>
            <a:endParaRPr lang="en-CA" sz="2900" dirty="0"/>
          </a:p>
          <a:p>
            <a:pPr lvl="1">
              <a:lnSpc>
                <a:spcPct val="110000"/>
              </a:lnSpc>
            </a:pPr>
            <a:r>
              <a:rPr lang="en-CA" sz="2400" b="1" dirty="0"/>
              <a:t>Farmers &amp; Researchers</a:t>
            </a:r>
            <a:r>
              <a:rPr lang="en-CA" sz="2400" dirty="0"/>
              <a:t> access the platform through:</a:t>
            </a:r>
          </a:p>
          <a:p>
            <a:pPr lvl="2">
              <a:lnSpc>
                <a:spcPct val="110000"/>
              </a:lnSpc>
            </a:pPr>
            <a:r>
              <a:rPr lang="en-CA" sz="2400" dirty="0"/>
              <a:t>Web application (React) for rich, desktop workflows.</a:t>
            </a:r>
          </a:p>
          <a:p>
            <a:pPr lvl="2">
              <a:lnSpc>
                <a:spcPct val="110000"/>
              </a:lnSpc>
            </a:pPr>
            <a:r>
              <a:rPr lang="en-CA" sz="2400" dirty="0"/>
              <a:t>Mobile / tablet app (React Native) for field use and quick checks.</a:t>
            </a:r>
          </a:p>
          <a:p>
            <a:pPr lvl="1">
              <a:lnSpc>
                <a:spcPct val="110000"/>
              </a:lnSpc>
            </a:pPr>
            <a:r>
              <a:rPr lang="en-CA" sz="2400" dirty="0"/>
              <a:t>Shared authentication and role‑based access (farmer, technician, researcher, admin).</a:t>
            </a:r>
          </a:p>
          <a:p>
            <a:pPr marL="0" indent="0">
              <a:lnSpc>
                <a:spcPct val="110000"/>
              </a:lnSpc>
              <a:buNone/>
            </a:pPr>
            <a:r>
              <a:rPr lang="en-CA" sz="2900" b="1" dirty="0"/>
              <a:t>Web &amp; Mobile Apps</a:t>
            </a:r>
            <a:endParaRPr lang="en-CA" sz="2900" dirty="0"/>
          </a:p>
          <a:p>
            <a:pPr lvl="1">
              <a:lnSpc>
                <a:spcPct val="110000"/>
              </a:lnSpc>
            </a:pPr>
            <a:r>
              <a:rPr lang="en-CA" sz="2400" dirty="0"/>
              <a:t>Unified design system so the experience feels consistent across devices.</a:t>
            </a:r>
          </a:p>
          <a:p>
            <a:pPr lvl="1">
              <a:lnSpc>
                <a:spcPct val="110000"/>
              </a:lnSpc>
            </a:pPr>
            <a:r>
              <a:rPr lang="en-CA" sz="2400" dirty="0"/>
              <a:t>Capture questions, upload files, view dashboards, and interact with the AI agent.</a:t>
            </a:r>
          </a:p>
          <a:p>
            <a:pPr lvl="1">
              <a:lnSpc>
                <a:spcPct val="110000"/>
              </a:lnSpc>
            </a:pPr>
            <a:r>
              <a:rPr lang="en-CA" sz="2400" dirty="0"/>
              <a:t>Offline‑friendly patterns for poor connectivity in remote research stations or farms.</a:t>
            </a:r>
          </a:p>
          <a:p>
            <a:pPr marL="0" indent="0">
              <a:lnSpc>
                <a:spcPct val="110000"/>
              </a:lnSpc>
              <a:buNone/>
            </a:pPr>
            <a:r>
              <a:rPr lang="en-CA" sz="2900" b="1" dirty="0"/>
              <a:t>Main Server (“2 APIs + AI + Research Tools”)</a:t>
            </a:r>
            <a:endParaRPr lang="en-CA" sz="2900" dirty="0"/>
          </a:p>
          <a:p>
            <a:pPr lvl="1">
              <a:lnSpc>
                <a:spcPct val="110000"/>
              </a:lnSpc>
            </a:pPr>
            <a:r>
              <a:rPr lang="en-CA" sz="2400" b="1" dirty="0"/>
              <a:t>Operational API:</a:t>
            </a:r>
            <a:r>
              <a:rPr lang="en-CA" sz="2400" dirty="0"/>
              <a:t> farm, animal, production and management endpoints.</a:t>
            </a:r>
          </a:p>
          <a:p>
            <a:pPr lvl="1">
              <a:lnSpc>
                <a:spcPct val="110000"/>
              </a:lnSpc>
            </a:pPr>
            <a:r>
              <a:rPr lang="en-CA" sz="2400" b="1" dirty="0"/>
              <a:t>AI &amp; Research API:</a:t>
            </a:r>
            <a:r>
              <a:rPr lang="en-CA" sz="2400" dirty="0"/>
              <a:t> chat with Emilia, recommendations, literature search.</a:t>
            </a:r>
          </a:p>
          <a:p>
            <a:pPr lvl="1">
              <a:lnSpc>
                <a:spcPct val="110000"/>
              </a:lnSpc>
            </a:pPr>
            <a:r>
              <a:rPr lang="en-CA" sz="2400" dirty="0"/>
              <a:t>Hosts AI orchestration: calling GPT‑5.1‑class model, RAG flows, and analysis tools.</a:t>
            </a:r>
          </a:p>
        </p:txBody>
      </p:sp>
    </p:spTree>
    <p:extLst>
      <p:ext uri="{BB962C8B-B14F-4D97-AF65-F5344CB8AC3E}">
        <p14:creationId xmlns:p14="http://schemas.microsoft.com/office/powerpoint/2010/main" val="23418342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BC7A56F-63EB-33FF-AE82-C97361DEF005}"/>
              </a:ext>
            </a:extLst>
          </p:cNvPr>
          <p:cNvSpPr>
            <a:spLocks noGrp="1"/>
          </p:cNvSpPr>
          <p:nvPr>
            <p:ph type="title"/>
          </p:nvPr>
        </p:nvSpPr>
        <p:spPr>
          <a:xfrm>
            <a:off x="672253" y="3920370"/>
            <a:ext cx="4682691" cy="1508759"/>
          </a:xfrm>
        </p:spPr>
        <p:txBody>
          <a:bodyPr anchor="t">
            <a:normAutofit/>
          </a:bodyPr>
          <a:lstStyle/>
          <a:p>
            <a:pPr>
              <a:lnSpc>
                <a:spcPct val="90000"/>
              </a:lnSpc>
            </a:pPr>
            <a:r>
              <a:rPr lang="en-CA" sz="3400" dirty="0"/>
              <a:t>Simplified Architecture: Data, Knowledge, and Operations</a:t>
            </a:r>
            <a:endParaRPr lang="en-US" sz="3400" dirty="0"/>
          </a:p>
        </p:txBody>
      </p:sp>
      <p:pic>
        <p:nvPicPr>
          <p:cNvPr id="5" name="Picture 4" descr="A group of logos on a cloud&#10;&#10;AI-generated content may be incorrect.">
            <a:extLst>
              <a:ext uri="{FF2B5EF4-FFF2-40B4-BE49-F238E27FC236}">
                <a16:creationId xmlns:a16="http://schemas.microsoft.com/office/drawing/2014/main" id="{0D48BB87-689C-8174-4886-CFFF06E2453A}"/>
              </a:ext>
            </a:extLst>
          </p:cNvPr>
          <p:cNvPicPr>
            <a:picLocks noChangeAspect="1"/>
          </p:cNvPicPr>
          <p:nvPr/>
        </p:nvPicPr>
        <p:blipFill>
          <a:blip r:embed="rId3"/>
          <a:stretch>
            <a:fillRect/>
          </a:stretch>
        </p:blipFill>
        <p:spPr>
          <a:xfrm>
            <a:off x="713232" y="832104"/>
            <a:ext cx="4723708" cy="2786987"/>
          </a:xfrm>
          <a:prstGeom prst="rect">
            <a:avLst/>
          </a:prstGeom>
        </p:spPr>
      </p:pic>
      <p:sp>
        <p:nvSpPr>
          <p:cNvPr id="3" name="Content Placeholder 2">
            <a:extLst>
              <a:ext uri="{FF2B5EF4-FFF2-40B4-BE49-F238E27FC236}">
                <a16:creationId xmlns:a16="http://schemas.microsoft.com/office/drawing/2014/main" id="{FF1263B5-7E98-A66B-A66E-51FBE46783E0}"/>
              </a:ext>
            </a:extLst>
          </p:cNvPr>
          <p:cNvSpPr>
            <a:spLocks noGrp="1"/>
          </p:cNvSpPr>
          <p:nvPr>
            <p:ph idx="1"/>
          </p:nvPr>
        </p:nvSpPr>
        <p:spPr>
          <a:xfrm>
            <a:off x="5431536" y="914399"/>
            <a:ext cx="6056039" cy="5164175"/>
          </a:xfrm>
        </p:spPr>
        <p:txBody>
          <a:bodyPr anchor="t">
            <a:normAutofit/>
          </a:bodyPr>
          <a:lstStyle/>
          <a:p>
            <a:pPr marL="0" indent="0">
              <a:buNone/>
            </a:pPr>
            <a:r>
              <a:rPr lang="en-CA" sz="1600" b="1" dirty="0"/>
              <a:t>Data &amp; Knowledge Stores</a:t>
            </a:r>
            <a:endParaRPr lang="en-CA" sz="1600" dirty="0"/>
          </a:p>
          <a:p>
            <a:pPr lvl="1"/>
            <a:r>
              <a:rPr lang="en-CA" sz="1300" b="1" dirty="0"/>
              <a:t>PostgreSQL:</a:t>
            </a:r>
            <a:r>
              <a:rPr lang="en-CA" sz="1300" dirty="0"/>
              <a:t> canonical store for farm, herd, trial, and operational data.</a:t>
            </a:r>
          </a:p>
          <a:p>
            <a:pPr lvl="1"/>
            <a:r>
              <a:rPr lang="en-CA" sz="1300" b="1" dirty="0"/>
              <a:t>DynamoDB:</a:t>
            </a:r>
            <a:r>
              <a:rPr lang="en-CA" sz="1300" dirty="0"/>
              <a:t> chat sessions, user preferences, and agent state for fast lookups.</a:t>
            </a:r>
          </a:p>
          <a:p>
            <a:pPr lvl="1"/>
            <a:r>
              <a:rPr lang="en-CA" sz="1300" b="1" dirty="0"/>
              <a:t>S3:</a:t>
            </a:r>
            <a:r>
              <a:rPr lang="en-CA" sz="1300" dirty="0"/>
              <a:t> documents, reports, uploads, backups, and large artifacts.</a:t>
            </a:r>
          </a:p>
          <a:p>
            <a:pPr lvl="1"/>
            <a:r>
              <a:rPr lang="en-CA" sz="1300" b="1" dirty="0"/>
              <a:t>Neo4j:</a:t>
            </a:r>
            <a:r>
              <a:rPr lang="en-CA" sz="1300" dirty="0"/>
              <a:t> graph of relationships between animals, traits, trials, and literature.</a:t>
            </a:r>
          </a:p>
          <a:p>
            <a:pPr lvl="1"/>
            <a:r>
              <a:rPr lang="en-CA" sz="1300" b="1" dirty="0" err="1"/>
              <a:t>ChromaDB</a:t>
            </a:r>
            <a:r>
              <a:rPr lang="en-CA" sz="1300" b="1" dirty="0"/>
              <a:t> via </a:t>
            </a:r>
            <a:r>
              <a:rPr lang="en-CA" sz="1300" b="1" dirty="0" err="1"/>
              <a:t>LangChain</a:t>
            </a:r>
            <a:r>
              <a:rPr lang="en-CA" sz="1300" b="1" dirty="0"/>
              <a:t>:</a:t>
            </a:r>
            <a:r>
              <a:rPr lang="en-CA" sz="1300" dirty="0"/>
              <a:t> vector database for RAG over documents and journal content.</a:t>
            </a:r>
          </a:p>
          <a:p>
            <a:pPr marL="0" indent="0">
              <a:buNone/>
            </a:pPr>
            <a:r>
              <a:rPr lang="en-CA" sz="1600" b="1" dirty="0"/>
              <a:t>External Intelligence &amp; Integrations</a:t>
            </a:r>
            <a:endParaRPr lang="en-CA" sz="1600" dirty="0"/>
          </a:p>
          <a:p>
            <a:pPr lvl="1"/>
            <a:r>
              <a:rPr lang="en-CA" sz="1300" b="1" dirty="0"/>
              <a:t>Research APIs:</a:t>
            </a:r>
            <a:r>
              <a:rPr lang="en-CA" sz="1300" dirty="0"/>
              <a:t> PubMed, Nature, and others feeding papers into </a:t>
            </a:r>
            <a:r>
              <a:rPr lang="en-CA" sz="1300" dirty="0" err="1"/>
              <a:t>ChromaDB</a:t>
            </a:r>
            <a:r>
              <a:rPr lang="en-CA" sz="1300" dirty="0"/>
              <a:t>.</a:t>
            </a:r>
          </a:p>
          <a:p>
            <a:pPr lvl="1"/>
            <a:r>
              <a:rPr lang="en-CA" sz="1300" dirty="0"/>
              <a:t>Managed </a:t>
            </a:r>
            <a:r>
              <a:rPr lang="en-CA" sz="1300" b="1" dirty="0"/>
              <a:t>GPT‑5.1‑class foundation model</a:t>
            </a:r>
            <a:r>
              <a:rPr lang="en-CA" sz="1300" dirty="0"/>
              <a:t> accessed via API as the reasoning engine.</a:t>
            </a:r>
          </a:p>
          <a:p>
            <a:pPr lvl="1"/>
            <a:r>
              <a:rPr lang="en-CA" sz="1300" dirty="0"/>
              <a:t>Connectors / ETL jobs to keep operational data and knowledge base in sync.</a:t>
            </a:r>
          </a:p>
          <a:p>
            <a:pPr marL="0" indent="0">
              <a:buNone/>
            </a:pPr>
            <a:r>
              <a:rPr lang="en-CA" sz="1600" b="1" dirty="0"/>
              <a:t>Delivery &amp; Operations (High‑Level)</a:t>
            </a:r>
            <a:endParaRPr lang="en-CA" sz="1600" dirty="0"/>
          </a:p>
          <a:p>
            <a:pPr lvl="1"/>
            <a:r>
              <a:rPr lang="en-CA" sz="1300" dirty="0"/>
              <a:t>Containerized services for the main server and supporting components.</a:t>
            </a:r>
          </a:p>
          <a:p>
            <a:pPr lvl="1"/>
            <a:r>
              <a:rPr lang="en-CA" sz="1300" dirty="0"/>
              <a:t>CI/CD pipeline to build, test, and deploy changes safely.</a:t>
            </a:r>
          </a:p>
          <a:p>
            <a:pPr lvl="1"/>
            <a:r>
              <a:rPr lang="en-CA" sz="1300" dirty="0"/>
              <a:t>Monitoring and logging across APIs, databases, and AI calls for reliability.</a:t>
            </a:r>
          </a:p>
          <a:p>
            <a:endParaRPr lang="en-US" dirty="0"/>
          </a:p>
        </p:txBody>
      </p:sp>
      <p:cxnSp>
        <p:nvCxnSpPr>
          <p:cNvPr id="15" name="Straight Connector 14">
            <a:extLst>
              <a:ext uri="{FF2B5EF4-FFF2-40B4-BE49-F238E27FC236}">
                <a16:creationId xmlns:a16="http://schemas.microsoft.com/office/drawing/2014/main" id="{3CB646F3-FFAB-11FA-9A88-F695FA818DF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21428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6" name="Rectangle 35">
            <a:extLst>
              <a:ext uri="{FF2B5EF4-FFF2-40B4-BE49-F238E27FC236}">
                <a16:creationId xmlns:a16="http://schemas.microsoft.com/office/drawing/2014/main" id="{A637580D-1176-4083-A9A1-BD8ED08996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630C5A-6CB6-627D-8E20-CA210087D989}"/>
              </a:ext>
            </a:extLst>
          </p:cNvPr>
          <p:cNvSpPr>
            <a:spLocks noGrp="1"/>
          </p:cNvSpPr>
          <p:nvPr>
            <p:ph type="title"/>
          </p:nvPr>
        </p:nvSpPr>
        <p:spPr>
          <a:xfrm>
            <a:off x="952992" y="1199454"/>
            <a:ext cx="10360152" cy="601578"/>
          </a:xfrm>
        </p:spPr>
        <p:txBody>
          <a:bodyPr>
            <a:noAutofit/>
          </a:bodyPr>
          <a:lstStyle/>
          <a:p>
            <a:r>
              <a:rPr lang="en-CA" sz="3400" dirty="0"/>
              <a:t>AWS Building Blocks Behind Emilia</a:t>
            </a:r>
            <a:endParaRPr lang="en-US" sz="3400" dirty="0"/>
          </a:p>
        </p:txBody>
      </p:sp>
      <p:cxnSp>
        <p:nvCxnSpPr>
          <p:cNvPr id="38" name="Straight Connector 37">
            <a:extLst>
              <a:ext uri="{FF2B5EF4-FFF2-40B4-BE49-F238E27FC236}">
                <a16:creationId xmlns:a16="http://schemas.microsoft.com/office/drawing/2014/main" id="{B9C96FDC-E4C2-7D8A-44BA-572E7CD9E89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991585" y="1027306"/>
            <a:ext cx="10208830"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5A639FDC-7D7D-90A1-23AD-6FB6D24860D1}"/>
              </a:ext>
            </a:extLst>
          </p:cNvPr>
          <p:cNvGraphicFramePr>
            <a:graphicFrameLocks noGrp="1"/>
          </p:cNvGraphicFramePr>
          <p:nvPr>
            <p:ph idx="1"/>
            <p:extLst>
              <p:ext uri="{D42A27DB-BD31-4B8C-83A1-F6EECF244321}">
                <p14:modId xmlns:p14="http://schemas.microsoft.com/office/powerpoint/2010/main" val="2142565325"/>
              </p:ext>
            </p:extLst>
          </p:nvPr>
        </p:nvGraphicFramePr>
        <p:xfrm>
          <a:off x="914400" y="1973179"/>
          <a:ext cx="10437336" cy="45431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125097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5" name="Straight Connector 44">
            <a:extLst>
              <a:ext uri="{FF2B5EF4-FFF2-40B4-BE49-F238E27FC236}">
                <a16:creationId xmlns:a16="http://schemas.microsoft.com/office/drawing/2014/main" id="{08052531-D50B-3899-B150-D05525F4F2B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0" y="6267922"/>
            <a:ext cx="6656832" cy="1"/>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5" name="Content Placeholder 4" descr="A diagram of a computer&#10;&#10;AI-generated content may be incorrect.">
            <a:extLst>
              <a:ext uri="{FF2B5EF4-FFF2-40B4-BE49-F238E27FC236}">
                <a16:creationId xmlns:a16="http://schemas.microsoft.com/office/drawing/2014/main" id="{41C81215-B278-2F55-36AE-66E4818ECBB6}"/>
              </a:ext>
            </a:extLst>
          </p:cNvPr>
          <p:cNvPicPr preferRelativeResize="0">
            <a:picLocks/>
          </p:cNvPicPr>
          <p:nvPr/>
        </p:nvPicPr>
        <p:blipFill>
          <a:blip r:embed="rId3"/>
          <a:srcRect l="1236" t="1763" r="-6735" b="-819"/>
          <a:stretch>
            <a:fillRect/>
          </a:stretch>
        </p:blipFill>
        <p:spPr>
          <a:xfrm>
            <a:off x="77002" y="1078040"/>
            <a:ext cx="6580253" cy="5189882"/>
          </a:xfrm>
          <a:prstGeom prst="rect">
            <a:avLst/>
          </a:prstGeom>
        </p:spPr>
      </p:pic>
      <p:sp>
        <p:nvSpPr>
          <p:cNvPr id="38" name="Content Placeholder 8">
            <a:extLst>
              <a:ext uri="{FF2B5EF4-FFF2-40B4-BE49-F238E27FC236}">
                <a16:creationId xmlns:a16="http://schemas.microsoft.com/office/drawing/2014/main" id="{2339F0BC-CC44-6348-2DB1-55688F74178A}"/>
              </a:ext>
            </a:extLst>
          </p:cNvPr>
          <p:cNvSpPr>
            <a:spLocks noGrp="1"/>
          </p:cNvSpPr>
          <p:nvPr>
            <p:ph idx="1"/>
          </p:nvPr>
        </p:nvSpPr>
        <p:spPr>
          <a:xfrm>
            <a:off x="7269905" y="2176036"/>
            <a:ext cx="4261104" cy="4121887"/>
          </a:xfrm>
        </p:spPr>
        <p:txBody>
          <a:bodyPr>
            <a:normAutofit/>
          </a:bodyPr>
          <a:lstStyle/>
          <a:p>
            <a:r>
              <a:rPr lang="en-CA" sz="1800" b="1" dirty="0"/>
              <a:t>From Chatbot to Agent</a:t>
            </a:r>
            <a:endParaRPr lang="en-CA" sz="1800" dirty="0"/>
          </a:p>
          <a:p>
            <a:pPr lvl="1"/>
            <a:r>
              <a:rPr lang="en-CA" sz="1400" dirty="0"/>
              <a:t>Chatbot → single reply, no real tools</a:t>
            </a:r>
          </a:p>
          <a:p>
            <a:pPr lvl="1"/>
            <a:r>
              <a:rPr lang="en-CA" sz="1400" dirty="0"/>
              <a:t>Agent → plans, calls tools, iterates</a:t>
            </a:r>
          </a:p>
          <a:p>
            <a:r>
              <a:rPr lang="en-CA" sz="1800" b="1" dirty="0"/>
              <a:t>Core Flow (from arch‑overview)</a:t>
            </a:r>
            <a:endParaRPr lang="en-CA" sz="1800" dirty="0"/>
          </a:p>
          <a:p>
            <a:pPr lvl="1"/>
            <a:r>
              <a:rPr lang="en-CA" sz="1400" dirty="0"/>
              <a:t>User → Application Server → Search</a:t>
            </a:r>
          </a:p>
          <a:p>
            <a:pPr lvl="1"/>
            <a:r>
              <a:rPr lang="en-CA" sz="1400" dirty="0"/>
              <a:t>Search → Knowledge Base → back to Server</a:t>
            </a:r>
          </a:p>
          <a:p>
            <a:pPr lvl="1"/>
            <a:r>
              <a:rPr lang="en-CA" sz="1400" dirty="0"/>
              <a:t>Server → LLM with enriched context → User</a:t>
            </a:r>
          </a:p>
          <a:p>
            <a:r>
              <a:rPr lang="en-CA" sz="1800" b="1" dirty="0"/>
              <a:t>Toolset</a:t>
            </a:r>
            <a:endParaRPr lang="en-CA" sz="1800" dirty="0"/>
          </a:p>
          <a:p>
            <a:pPr lvl="1"/>
            <a:r>
              <a:rPr lang="en-CA" sz="1400" dirty="0"/>
              <a:t>Literature APIs (PubMed, Nature, etc.)</a:t>
            </a:r>
          </a:p>
          <a:p>
            <a:pPr lvl="1"/>
            <a:r>
              <a:rPr lang="en-CA" sz="1400" dirty="0"/>
              <a:t>Data analysis (Python sandbox / notebooks)</a:t>
            </a:r>
          </a:p>
          <a:p>
            <a:pPr lvl="1"/>
            <a:r>
              <a:rPr lang="en-CA" sz="1400" dirty="0"/>
              <a:t>Database connectors (PostgreSQL, other stores)</a:t>
            </a:r>
          </a:p>
        </p:txBody>
      </p:sp>
      <p:sp>
        <p:nvSpPr>
          <p:cNvPr id="36" name="Title 1">
            <a:extLst>
              <a:ext uri="{FF2B5EF4-FFF2-40B4-BE49-F238E27FC236}">
                <a16:creationId xmlns:a16="http://schemas.microsoft.com/office/drawing/2014/main" id="{BC1AAB68-EE94-A7B4-CE2E-EF6760D3A8EB}"/>
              </a:ext>
            </a:extLst>
          </p:cNvPr>
          <p:cNvSpPr>
            <a:spLocks noGrp="1"/>
          </p:cNvSpPr>
          <p:nvPr>
            <p:ph type="title"/>
          </p:nvPr>
        </p:nvSpPr>
        <p:spPr>
          <a:xfrm>
            <a:off x="6237170" y="810334"/>
            <a:ext cx="5444829" cy="1097280"/>
          </a:xfrm>
        </p:spPr>
        <p:txBody>
          <a:bodyPr anchor="t">
            <a:noAutofit/>
          </a:bodyPr>
          <a:lstStyle/>
          <a:p>
            <a:r>
              <a:rPr lang="en-CA" sz="3400" dirty="0"/>
              <a:t>Proposed Emilia AI Agent Orchestrating Action</a:t>
            </a:r>
            <a:endParaRPr lang="en-US" sz="3400" dirty="0"/>
          </a:p>
        </p:txBody>
      </p:sp>
    </p:spTree>
    <p:extLst>
      <p:ext uri="{BB962C8B-B14F-4D97-AF65-F5344CB8AC3E}">
        <p14:creationId xmlns:p14="http://schemas.microsoft.com/office/powerpoint/2010/main" val="24387643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5A26031-210E-54BB-81D0-2B8F58EAA8C7}"/>
              </a:ext>
            </a:extLst>
          </p:cNvPr>
          <p:cNvSpPr>
            <a:spLocks noGrp="1"/>
          </p:cNvSpPr>
          <p:nvPr>
            <p:ph type="title"/>
          </p:nvPr>
        </p:nvSpPr>
        <p:spPr>
          <a:xfrm>
            <a:off x="672253" y="585215"/>
            <a:ext cx="10847494" cy="1171069"/>
          </a:xfrm>
        </p:spPr>
        <p:txBody>
          <a:bodyPr anchor="t">
            <a:normAutofit/>
          </a:bodyPr>
          <a:lstStyle/>
          <a:p>
            <a:pPr>
              <a:lnSpc>
                <a:spcPct val="90000"/>
              </a:lnSpc>
            </a:pPr>
            <a:r>
              <a:rPr lang="en-CA" sz="3400" dirty="0"/>
              <a:t>Current Emilia Agent Workflow (Orchestration Level)</a:t>
            </a:r>
            <a:endParaRPr lang="en-US" sz="3400" dirty="0"/>
          </a:p>
        </p:txBody>
      </p:sp>
      <p:pic>
        <p:nvPicPr>
          <p:cNvPr id="5" name="Picture 4" descr="A screenshot of a computer program&#10;&#10;AI-generated content may be incorrect.">
            <a:extLst>
              <a:ext uri="{FF2B5EF4-FFF2-40B4-BE49-F238E27FC236}">
                <a16:creationId xmlns:a16="http://schemas.microsoft.com/office/drawing/2014/main" id="{D0406D6A-E9AE-8750-5417-BC9F38FB4CFC}"/>
              </a:ext>
            </a:extLst>
          </p:cNvPr>
          <p:cNvPicPr>
            <a:picLocks noChangeAspect="1"/>
          </p:cNvPicPr>
          <p:nvPr/>
        </p:nvPicPr>
        <p:blipFill>
          <a:blip r:embed="rId3"/>
          <a:stretch>
            <a:fillRect/>
          </a:stretch>
        </p:blipFill>
        <p:spPr>
          <a:xfrm>
            <a:off x="889537" y="1260918"/>
            <a:ext cx="4385107" cy="4968960"/>
          </a:xfrm>
          <a:prstGeom prst="rect">
            <a:avLst/>
          </a:prstGeom>
        </p:spPr>
      </p:pic>
      <p:sp>
        <p:nvSpPr>
          <p:cNvPr id="3" name="Content Placeholder 2">
            <a:extLst>
              <a:ext uri="{FF2B5EF4-FFF2-40B4-BE49-F238E27FC236}">
                <a16:creationId xmlns:a16="http://schemas.microsoft.com/office/drawing/2014/main" id="{FCA1E60F-F273-49B4-4E15-838B6AA9338E}"/>
              </a:ext>
            </a:extLst>
          </p:cNvPr>
          <p:cNvSpPr>
            <a:spLocks noGrp="1"/>
          </p:cNvSpPr>
          <p:nvPr>
            <p:ph idx="1"/>
          </p:nvPr>
        </p:nvSpPr>
        <p:spPr>
          <a:xfrm>
            <a:off x="6202045" y="1756284"/>
            <a:ext cx="5276723" cy="4755829"/>
          </a:xfrm>
        </p:spPr>
        <p:txBody>
          <a:bodyPr anchor="t">
            <a:noAutofit/>
          </a:bodyPr>
          <a:lstStyle/>
          <a:p>
            <a:pPr marL="342900" indent="-342900">
              <a:buFont typeface="+mj-lt"/>
              <a:buAutoNum type="arabicPeriod"/>
            </a:pPr>
            <a:r>
              <a:rPr lang="en-CA" sz="1800" b="1" dirty="0"/>
              <a:t>Intent Intelligence</a:t>
            </a:r>
            <a:endParaRPr lang="en-CA" sz="1800" dirty="0"/>
          </a:p>
          <a:p>
            <a:pPr lvl="2">
              <a:buFont typeface="Wingdings" pitchFamily="2" charset="2"/>
              <a:buChar char="Ø"/>
            </a:pPr>
            <a:r>
              <a:rPr lang="en-CA" sz="1400" dirty="0"/>
              <a:t>Analyze each question: database vs research vs mixed</a:t>
            </a:r>
          </a:p>
          <a:p>
            <a:pPr lvl="2">
              <a:buFont typeface="Wingdings" pitchFamily="2" charset="2"/>
              <a:buChar char="Ø"/>
            </a:pPr>
            <a:r>
              <a:rPr lang="en-CA" sz="1400" dirty="0"/>
              <a:t>Decide: table, chart, plain answer, or citations</a:t>
            </a:r>
          </a:p>
          <a:p>
            <a:pPr marL="342900" indent="-342900">
              <a:buFont typeface="+mj-lt"/>
              <a:buAutoNum type="arabicPeriod"/>
            </a:pPr>
            <a:r>
              <a:rPr lang="en-CA" sz="1800" b="1" dirty="0"/>
              <a:t>Data &amp; Tool Orchestration</a:t>
            </a:r>
            <a:endParaRPr lang="en-CA" sz="1800" dirty="0"/>
          </a:p>
          <a:p>
            <a:pPr lvl="2">
              <a:buFont typeface="Wingdings" pitchFamily="2" charset="2"/>
              <a:buChar char="Ø"/>
            </a:pPr>
            <a:r>
              <a:rPr lang="en-CA" sz="1400" dirty="0"/>
              <a:t>Internal tools: genetics DB queries, </a:t>
            </a:r>
            <a:r>
              <a:rPr lang="en-CA" sz="1400" dirty="0" err="1"/>
              <a:t>Plotly</a:t>
            </a:r>
            <a:r>
              <a:rPr lang="en-CA" sz="1400" dirty="0"/>
              <a:t> chart builder</a:t>
            </a:r>
          </a:p>
          <a:p>
            <a:pPr lvl="2">
              <a:buFont typeface="Wingdings" pitchFamily="2" charset="2"/>
              <a:buChar char="Ø"/>
            </a:pPr>
            <a:r>
              <a:rPr lang="en-CA" sz="1400" dirty="0"/>
              <a:t>External tools: literature RAG (Chroma + PubMed / </a:t>
            </a:r>
            <a:r>
              <a:rPr lang="en-CA" sz="1400" dirty="0" err="1"/>
              <a:t>OpenAlex</a:t>
            </a:r>
            <a:r>
              <a:rPr lang="en-CA" sz="1400" dirty="0"/>
              <a:t> / Nature APIs)</a:t>
            </a:r>
          </a:p>
          <a:p>
            <a:pPr marL="342900" indent="-342900">
              <a:buFont typeface="+mj-lt"/>
              <a:buAutoNum type="arabicPeriod"/>
            </a:pPr>
            <a:r>
              <a:rPr lang="en-CA" sz="1800" b="1" dirty="0"/>
              <a:t>Natural Language + Artifacts</a:t>
            </a:r>
            <a:endParaRPr lang="en-CA" sz="1800" dirty="0"/>
          </a:p>
          <a:p>
            <a:pPr lvl="1"/>
            <a:r>
              <a:rPr lang="en-CA" sz="1400" dirty="0"/>
              <a:t>Combine results into:</a:t>
            </a:r>
          </a:p>
          <a:p>
            <a:pPr lvl="2">
              <a:buFont typeface="Wingdings" pitchFamily="2" charset="2"/>
              <a:buChar char="Ø"/>
            </a:pPr>
            <a:r>
              <a:rPr lang="en-CA" sz="1400" dirty="0"/>
              <a:t>Clear explanation in natural language</a:t>
            </a:r>
          </a:p>
          <a:p>
            <a:pPr lvl="2">
              <a:buFont typeface="Wingdings" pitchFamily="2" charset="2"/>
              <a:buChar char="Ø"/>
            </a:pPr>
            <a:r>
              <a:rPr lang="en-CA" sz="1400" dirty="0"/>
              <a:t>Structured tables and charts</a:t>
            </a:r>
          </a:p>
          <a:p>
            <a:pPr lvl="2">
              <a:buFont typeface="Wingdings" pitchFamily="2" charset="2"/>
              <a:buChar char="Ø"/>
            </a:pPr>
            <a:r>
              <a:rPr lang="en-CA" sz="1400" dirty="0"/>
              <a:t>Research citations only when relevant</a:t>
            </a:r>
          </a:p>
        </p:txBody>
      </p:sp>
      <p:cxnSp>
        <p:nvCxnSpPr>
          <p:cNvPr id="19" name="Straight Connector 18">
            <a:extLst>
              <a:ext uri="{FF2B5EF4-FFF2-40B4-BE49-F238E27FC236}">
                <a16:creationId xmlns:a16="http://schemas.microsoft.com/office/drawing/2014/main" id="{2EA0F4A6-3CC9-C9E2-BA02-58FA29F7DD8E}"/>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775049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DBDA151C-5770-45E4-AAFF-59E7F40386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96DDD1FD-6759-7AA6-D233-9F53B78CFF4F}"/>
              </a:ext>
            </a:extLst>
          </p:cNvPr>
          <p:cNvSpPr>
            <a:spLocks noGrp="1"/>
          </p:cNvSpPr>
          <p:nvPr>
            <p:ph type="title"/>
          </p:nvPr>
        </p:nvSpPr>
        <p:spPr>
          <a:xfrm>
            <a:off x="640080" y="914399"/>
            <a:ext cx="3000587" cy="4160520"/>
          </a:xfrm>
        </p:spPr>
        <p:txBody>
          <a:bodyPr anchor="t">
            <a:normAutofit/>
          </a:bodyPr>
          <a:lstStyle/>
          <a:p>
            <a:r>
              <a:rPr lang="en-CA" sz="3600" dirty="0"/>
              <a:t>Emilia Enhanced Features in </a:t>
            </a:r>
            <a:r>
              <a:rPr lang="en-CA" sz="3600" b="0" dirty="0"/>
              <a:t>/chat</a:t>
            </a:r>
            <a:endParaRPr lang="en-US" sz="3600" dirty="0"/>
          </a:p>
        </p:txBody>
      </p:sp>
      <p:cxnSp>
        <p:nvCxnSpPr>
          <p:cNvPr id="11" name="Straight Connector 10">
            <a:extLst>
              <a:ext uri="{FF2B5EF4-FFF2-40B4-BE49-F238E27FC236}">
                <a16:creationId xmlns:a16="http://schemas.microsoft.com/office/drawing/2014/main" id="{05ADA91C-AD52-A530-A898-AD6E6987459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672253" y="6272784"/>
            <a:ext cx="10847495" cy="0"/>
          </a:xfrm>
          <a:prstGeom prst="line">
            <a:avLst/>
          </a:prstGeom>
          <a:ln w="76200"/>
        </p:spPr>
        <p:style>
          <a:lnRef idx="1">
            <a:schemeClr val="accent1"/>
          </a:lnRef>
          <a:fillRef idx="0">
            <a:schemeClr val="accent1"/>
          </a:fillRef>
          <a:effectRef idx="0">
            <a:schemeClr val="accent1"/>
          </a:effectRef>
          <a:fontRef idx="minor">
            <a:schemeClr val="tx1"/>
          </a:fontRef>
        </p:style>
      </p:cxnSp>
      <p:graphicFrame>
        <p:nvGraphicFramePr>
          <p:cNvPr id="5" name="Content Placeholder 2">
            <a:extLst>
              <a:ext uri="{FF2B5EF4-FFF2-40B4-BE49-F238E27FC236}">
                <a16:creationId xmlns:a16="http://schemas.microsoft.com/office/drawing/2014/main" id="{3F5F0212-BF50-5C7D-C8D3-F038DE7053AB}"/>
              </a:ext>
            </a:extLst>
          </p:cNvPr>
          <p:cNvGraphicFramePr>
            <a:graphicFrameLocks noGrp="1"/>
          </p:cNvGraphicFramePr>
          <p:nvPr>
            <p:ph idx="1"/>
            <p:extLst>
              <p:ext uri="{D42A27DB-BD31-4B8C-83A1-F6EECF244321}">
                <p14:modId xmlns:p14="http://schemas.microsoft.com/office/powerpoint/2010/main" val="677898970"/>
              </p:ext>
            </p:extLst>
          </p:nvPr>
        </p:nvGraphicFramePr>
        <p:xfrm>
          <a:off x="4303332" y="891606"/>
          <a:ext cx="7216416" cy="511126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9677676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63298-90CB-80CD-DE8F-82B746C0D7DB}"/>
              </a:ext>
            </a:extLst>
          </p:cNvPr>
          <p:cNvSpPr>
            <a:spLocks noGrp="1"/>
          </p:cNvSpPr>
          <p:nvPr>
            <p:ph type="title"/>
          </p:nvPr>
        </p:nvSpPr>
        <p:spPr/>
        <p:txBody>
          <a:bodyPr/>
          <a:lstStyle/>
          <a:p>
            <a:r>
              <a:rPr lang="en-CA" sz="3400" dirty="0"/>
              <a:t>How Emilia Helps Farmers</a:t>
            </a:r>
            <a:br>
              <a:rPr lang="en-CA" dirty="0"/>
            </a:br>
            <a:endParaRPr lang="en-US" dirty="0"/>
          </a:p>
        </p:txBody>
      </p:sp>
      <p:graphicFrame>
        <p:nvGraphicFramePr>
          <p:cNvPr id="9" name="Content Placeholder 2">
            <a:extLst>
              <a:ext uri="{FF2B5EF4-FFF2-40B4-BE49-F238E27FC236}">
                <a16:creationId xmlns:a16="http://schemas.microsoft.com/office/drawing/2014/main" id="{7921C9F2-78AB-EB00-37E2-4D3321604114}"/>
              </a:ext>
            </a:extLst>
          </p:cNvPr>
          <p:cNvGraphicFramePr>
            <a:graphicFrameLocks noGrp="1"/>
          </p:cNvGraphicFramePr>
          <p:nvPr>
            <p:ph idx="1"/>
            <p:extLst>
              <p:ext uri="{D42A27DB-BD31-4B8C-83A1-F6EECF244321}">
                <p14:modId xmlns:p14="http://schemas.microsoft.com/office/powerpoint/2010/main" val="4001921098"/>
              </p:ext>
            </p:extLst>
          </p:nvPr>
        </p:nvGraphicFramePr>
        <p:xfrm>
          <a:off x="640080" y="2127183"/>
          <a:ext cx="10890928" cy="407244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3373106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9859D6-53C1-7EEF-4247-A6E6E10F678C}"/>
              </a:ext>
            </a:extLst>
          </p:cNvPr>
          <p:cNvSpPr>
            <a:spLocks noGrp="1"/>
          </p:cNvSpPr>
          <p:nvPr>
            <p:ph type="title"/>
          </p:nvPr>
        </p:nvSpPr>
        <p:spPr/>
        <p:txBody>
          <a:bodyPr>
            <a:normAutofit/>
          </a:bodyPr>
          <a:lstStyle/>
          <a:p>
            <a:r>
              <a:rPr lang="en-CA" sz="3600" dirty="0"/>
              <a:t>How Emilia Helps Researchers</a:t>
            </a:r>
            <a:endParaRPr lang="en-US" sz="3600" dirty="0"/>
          </a:p>
        </p:txBody>
      </p:sp>
      <p:graphicFrame>
        <p:nvGraphicFramePr>
          <p:cNvPr id="5" name="Content Placeholder 2">
            <a:extLst>
              <a:ext uri="{FF2B5EF4-FFF2-40B4-BE49-F238E27FC236}">
                <a16:creationId xmlns:a16="http://schemas.microsoft.com/office/drawing/2014/main" id="{1D1A6F58-287E-A5EF-37D3-D93A2EF7B624}"/>
              </a:ext>
            </a:extLst>
          </p:cNvPr>
          <p:cNvGraphicFramePr>
            <a:graphicFrameLocks noGrp="1"/>
          </p:cNvGraphicFramePr>
          <p:nvPr>
            <p:ph idx="1"/>
          </p:nvPr>
        </p:nvGraphicFramePr>
        <p:xfrm>
          <a:off x="640080" y="2319688"/>
          <a:ext cx="10890928" cy="4052236"/>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749867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44CAA32-F237-419C-A2DD-43C28D920D3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sp>
        <p:nvSpPr>
          <p:cNvPr id="12" name="Rectangle 11">
            <a:extLst>
              <a:ext uri="{FF2B5EF4-FFF2-40B4-BE49-F238E27FC236}">
                <a16:creationId xmlns:a16="http://schemas.microsoft.com/office/drawing/2014/main" id="{18EE42F0-2470-417A-8666-6E3266FEBF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5696712" cy="6858000"/>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Grandview Display"/>
              <a:ea typeface="+mn-ea"/>
              <a:cs typeface="+mn-cs"/>
            </a:endParaRPr>
          </a:p>
        </p:txBody>
      </p:sp>
      <p:pic>
        <p:nvPicPr>
          <p:cNvPr id="5" name="Picture 4" descr="A person pointing at a sign&#10;&#10;AI-generated content may be incorrect.">
            <a:extLst>
              <a:ext uri="{FF2B5EF4-FFF2-40B4-BE49-F238E27FC236}">
                <a16:creationId xmlns:a16="http://schemas.microsoft.com/office/drawing/2014/main" id="{F78D112D-61C2-5DD9-A303-A5CADB022B19}"/>
              </a:ext>
            </a:extLst>
          </p:cNvPr>
          <p:cNvPicPr>
            <a:picLocks noChangeAspect="1"/>
          </p:cNvPicPr>
          <p:nvPr/>
        </p:nvPicPr>
        <p:blipFill>
          <a:blip r:embed="rId3">
            <a:alphaModFix amt="40000"/>
          </a:blip>
          <a:srcRect r="16971"/>
          <a:stretch>
            <a:fillRect/>
          </a:stretch>
        </p:blipFill>
        <p:spPr>
          <a:xfrm>
            <a:off x="2553" y="10"/>
            <a:ext cx="5694160" cy="6857990"/>
          </a:xfrm>
          <a:prstGeom prst="rect">
            <a:avLst/>
          </a:prstGeom>
        </p:spPr>
      </p:pic>
      <p:sp>
        <p:nvSpPr>
          <p:cNvPr id="2" name="Title 1">
            <a:extLst>
              <a:ext uri="{FF2B5EF4-FFF2-40B4-BE49-F238E27FC236}">
                <a16:creationId xmlns:a16="http://schemas.microsoft.com/office/drawing/2014/main" id="{94A08A2B-6C16-E9AB-594A-2034BFFBEBD6}"/>
              </a:ext>
            </a:extLst>
          </p:cNvPr>
          <p:cNvSpPr>
            <a:spLocks noGrp="1"/>
          </p:cNvSpPr>
          <p:nvPr>
            <p:ph type="title"/>
          </p:nvPr>
        </p:nvSpPr>
        <p:spPr>
          <a:xfrm>
            <a:off x="642520" y="1583827"/>
            <a:ext cx="4718752" cy="4111315"/>
          </a:xfrm>
        </p:spPr>
        <p:txBody>
          <a:bodyPr anchor="b">
            <a:normAutofit/>
          </a:bodyPr>
          <a:lstStyle/>
          <a:p>
            <a:r>
              <a:rPr lang="en-CA" sz="3600" dirty="0">
                <a:solidFill>
                  <a:srgbClr val="FFFFFF"/>
                </a:solidFill>
              </a:rPr>
              <a:t>Future Roadmap: Advanced Research &amp; Behaviour Analytics</a:t>
            </a:r>
            <a:endParaRPr lang="en-US" sz="3600" dirty="0">
              <a:solidFill>
                <a:srgbClr val="FFFFFF"/>
              </a:solidFill>
            </a:endParaRPr>
          </a:p>
        </p:txBody>
      </p:sp>
      <p:cxnSp>
        <p:nvCxnSpPr>
          <p:cNvPr id="14" name="Straight Connector 13">
            <a:extLst>
              <a:ext uri="{FF2B5EF4-FFF2-40B4-BE49-F238E27FC236}">
                <a16:creationId xmlns:a16="http://schemas.microsoft.com/office/drawing/2014/main" id="{B90DD1AA-9FC9-0AF2-B563-CA13C179FBC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8720" y="604092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A411F4C1-062E-176C-4057-D4B5DB222C2D}"/>
              </a:ext>
            </a:extLst>
          </p:cNvPr>
          <p:cNvSpPr>
            <a:spLocks noGrp="1"/>
          </p:cNvSpPr>
          <p:nvPr>
            <p:ph idx="1"/>
          </p:nvPr>
        </p:nvSpPr>
        <p:spPr>
          <a:xfrm>
            <a:off x="6120224" y="462017"/>
            <a:ext cx="5694160" cy="6018791"/>
          </a:xfrm>
        </p:spPr>
        <p:txBody>
          <a:bodyPr>
            <a:normAutofit lnSpcReduction="10000"/>
          </a:bodyPr>
          <a:lstStyle/>
          <a:p>
            <a:pPr marL="0" indent="0">
              <a:buNone/>
            </a:pPr>
            <a:r>
              <a:rPr lang="en-CA" sz="1800" b="1" dirty="0"/>
              <a:t>Dedicated cloud research environments (not implemented yet)</a:t>
            </a:r>
            <a:endParaRPr lang="en-CA" sz="1800" dirty="0"/>
          </a:p>
          <a:p>
            <a:pPr lvl="1"/>
            <a:r>
              <a:rPr lang="en-CA" sz="1400" dirty="0"/>
              <a:t>RStudio Server and </a:t>
            </a:r>
            <a:r>
              <a:rPr lang="en-CA" sz="1400" dirty="0" err="1"/>
              <a:t>JupyterHub</a:t>
            </a:r>
            <a:r>
              <a:rPr lang="en-CA" sz="1400" dirty="0"/>
              <a:t> workspaces tied to platform logins and roles.</a:t>
            </a:r>
          </a:p>
          <a:p>
            <a:pPr lvl="1"/>
            <a:r>
              <a:rPr lang="en-CA" sz="1400" dirty="0"/>
              <a:t>Users can </a:t>
            </a:r>
            <a:r>
              <a:rPr lang="en-CA" sz="1400" b="1" dirty="0"/>
              <a:t>bring their own data</a:t>
            </a:r>
            <a:r>
              <a:rPr lang="en-CA" sz="1400" dirty="0"/>
              <a:t> (farm spreadsheets, trial CSVs) and combine it with platform genetics data.</a:t>
            </a:r>
          </a:p>
          <a:p>
            <a:pPr lvl="1"/>
            <a:r>
              <a:rPr lang="en-CA" sz="1400" dirty="0"/>
              <a:t>Runs on auto‑scaling AWS infrastructure, so users can analyse </a:t>
            </a:r>
            <a:r>
              <a:rPr lang="en-CA" sz="1400" b="1" dirty="0"/>
              <a:t>large‑scale datasets</a:t>
            </a:r>
            <a:r>
              <a:rPr lang="en-CA" sz="1400" dirty="0"/>
              <a:t> without being limited by laptop CPU/RAM.</a:t>
            </a:r>
          </a:p>
          <a:p>
            <a:pPr marL="0" indent="0">
              <a:buNone/>
            </a:pPr>
            <a:r>
              <a:rPr lang="en-CA" sz="1800" b="1" dirty="0"/>
              <a:t>Animal behaviour video analysis (not implemented yet)</a:t>
            </a:r>
            <a:endParaRPr lang="en-CA" sz="1800" dirty="0"/>
          </a:p>
          <a:p>
            <a:pPr lvl="1"/>
            <a:r>
              <a:rPr lang="en-CA" sz="1400" dirty="0"/>
              <a:t>Live video ingestion from barn / pen cameras.</a:t>
            </a:r>
          </a:p>
          <a:p>
            <a:pPr lvl="1"/>
            <a:r>
              <a:rPr lang="en-CA" sz="1400" dirty="0"/>
              <a:t>Computer vision models to auto‑annotate behaviours (lying, feeding, standing, lameness, social interactions).</a:t>
            </a:r>
          </a:p>
          <a:p>
            <a:pPr lvl="1"/>
            <a:r>
              <a:rPr lang="en-CA" sz="1400" dirty="0"/>
              <a:t>Replaces manual tools like BORIS by using computer vision models to automatically extract structured animal behaviour data from video.</a:t>
            </a:r>
          </a:p>
          <a:p>
            <a:pPr marL="0" lvl="1" indent="0">
              <a:lnSpc>
                <a:spcPct val="130000"/>
              </a:lnSpc>
              <a:spcBef>
                <a:spcPts val="563"/>
              </a:spcBef>
              <a:buNone/>
            </a:pPr>
            <a:r>
              <a:rPr lang="en-CA" sz="1800" b="1" dirty="0"/>
              <a:t>Why this matters</a:t>
            </a:r>
          </a:p>
          <a:p>
            <a:pPr lvl="1"/>
            <a:r>
              <a:rPr lang="en-CA" sz="1400" dirty="0"/>
              <a:t>One environment for </a:t>
            </a:r>
            <a:r>
              <a:rPr lang="en-CA" sz="1400" b="1" dirty="0"/>
              <a:t>personal data</a:t>
            </a:r>
            <a:r>
              <a:rPr lang="en-CA" sz="1400" dirty="0"/>
              <a:t>, </a:t>
            </a:r>
            <a:r>
              <a:rPr lang="en-CA" sz="1400" b="1" dirty="0"/>
              <a:t>platform data</a:t>
            </a:r>
            <a:r>
              <a:rPr lang="en-CA" sz="1400" dirty="0"/>
              <a:t>, and </a:t>
            </a:r>
            <a:r>
              <a:rPr lang="en-CA" sz="1400" b="1" dirty="0"/>
              <a:t>cloud‑scale compute</a:t>
            </a:r>
            <a:r>
              <a:rPr lang="en-CA" sz="1400" dirty="0"/>
              <a:t>.</a:t>
            </a:r>
          </a:p>
          <a:p>
            <a:pPr lvl="1"/>
            <a:r>
              <a:rPr lang="en-CA" sz="1400" dirty="0"/>
              <a:t>Connects behaviour, genetics, and environment for more powerful questions and models.</a:t>
            </a:r>
          </a:p>
        </p:txBody>
      </p:sp>
    </p:spTree>
    <p:extLst>
      <p:ext uri="{BB962C8B-B14F-4D97-AF65-F5344CB8AC3E}">
        <p14:creationId xmlns:p14="http://schemas.microsoft.com/office/powerpoint/2010/main" val="37087623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cxnSp>
        <p:nvCxnSpPr>
          <p:cNvPr id="10" name="Straight Connector 9">
            <a:extLst>
              <a:ext uri="{FF2B5EF4-FFF2-40B4-BE49-F238E27FC236}">
                <a16:creationId xmlns:a16="http://schemas.microsoft.com/office/drawing/2014/main" id="{118E06E4-607B-144B-382B-AD3D06B1EE8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3232"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sp useBgFill="1">
        <p:nvSpPr>
          <p:cNvPr id="12" name="Rectangle 11">
            <a:extLst>
              <a:ext uri="{FF2B5EF4-FFF2-40B4-BE49-F238E27FC236}">
                <a16:creationId xmlns:a16="http://schemas.microsoft.com/office/drawing/2014/main" id="{19F9BF86-FE94-4517-B97D-026C7515E5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FA9DCE5-7F92-35A4-D85A-A7361022C619}"/>
              </a:ext>
            </a:extLst>
          </p:cNvPr>
          <p:cNvSpPr>
            <a:spLocks noGrp="1"/>
          </p:cNvSpPr>
          <p:nvPr>
            <p:ph type="title"/>
          </p:nvPr>
        </p:nvSpPr>
        <p:spPr>
          <a:xfrm>
            <a:off x="643573" y="1371600"/>
            <a:ext cx="3250069" cy="2696866"/>
          </a:xfrm>
        </p:spPr>
        <p:txBody>
          <a:bodyPr vert="horz" lIns="91440" tIns="45720" rIns="91440" bIns="45720" rtlCol="0" anchor="t">
            <a:normAutofit/>
          </a:bodyPr>
          <a:lstStyle/>
          <a:p>
            <a:pPr defTabSz="914400"/>
            <a:r>
              <a:rPr lang="en-US" sz="3600" dirty="0"/>
              <a:t>Demo Time !!!</a:t>
            </a:r>
            <a:br>
              <a:rPr lang="en-US" sz="3600" dirty="0"/>
            </a:br>
            <a:br>
              <a:rPr lang="en-US" sz="3600" dirty="0"/>
            </a:br>
            <a:endParaRPr lang="en-US" sz="3600" dirty="0"/>
          </a:p>
        </p:txBody>
      </p:sp>
      <p:cxnSp>
        <p:nvCxnSpPr>
          <p:cNvPr id="14" name="Straight Connector 13">
            <a:extLst>
              <a:ext uri="{FF2B5EF4-FFF2-40B4-BE49-F238E27FC236}">
                <a16:creationId xmlns:a16="http://schemas.microsoft.com/office/drawing/2014/main" id="{8CED01B4-40F2-4CAE-8062-1D4CE8454C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12835" y="1031001"/>
            <a:ext cx="978862" cy="0"/>
          </a:xfrm>
          <a:prstGeom prst="line">
            <a:avLst/>
          </a:prstGeom>
          <a:ln w="76200"/>
        </p:spPr>
        <p:style>
          <a:lnRef idx="1">
            <a:schemeClr val="accent1"/>
          </a:lnRef>
          <a:fillRef idx="0">
            <a:schemeClr val="accent1"/>
          </a:fillRef>
          <a:effectRef idx="0">
            <a:schemeClr val="accent1"/>
          </a:effectRef>
          <a:fontRef idx="minor">
            <a:schemeClr val="tx1"/>
          </a:fontRef>
        </p:style>
      </p:cxnSp>
      <p:pic>
        <p:nvPicPr>
          <p:cNvPr id="5" name="Content Placeholder 4" descr="A thank you note cut out of paper&#10;&#10;AI-generated content may be incorrect.">
            <a:extLst>
              <a:ext uri="{FF2B5EF4-FFF2-40B4-BE49-F238E27FC236}">
                <a16:creationId xmlns:a16="http://schemas.microsoft.com/office/drawing/2014/main" id="{395DB9D1-C96F-A4DE-38DD-45713F63758A}"/>
              </a:ext>
            </a:extLst>
          </p:cNvPr>
          <p:cNvPicPr>
            <a:picLocks noGrp="1" noChangeAspect="1"/>
          </p:cNvPicPr>
          <p:nvPr>
            <p:ph idx="1"/>
          </p:nvPr>
        </p:nvPicPr>
        <p:blipFill>
          <a:blip r:embed="rId3"/>
          <a:stretch>
            <a:fillRect/>
          </a:stretch>
        </p:blipFill>
        <p:spPr>
          <a:xfrm>
            <a:off x="4444723" y="1102657"/>
            <a:ext cx="7086286" cy="4730095"/>
          </a:xfrm>
          <a:prstGeom prst="rect">
            <a:avLst/>
          </a:prstGeom>
        </p:spPr>
      </p:pic>
      <p:sp>
        <p:nvSpPr>
          <p:cNvPr id="6" name="TextBox 5">
            <a:extLst>
              <a:ext uri="{FF2B5EF4-FFF2-40B4-BE49-F238E27FC236}">
                <a16:creationId xmlns:a16="http://schemas.microsoft.com/office/drawing/2014/main" id="{B7981951-8E9D-A4EA-02E0-77CE31CE2A23}"/>
              </a:ext>
            </a:extLst>
          </p:cNvPr>
          <p:cNvSpPr txBox="1"/>
          <p:nvPr/>
        </p:nvSpPr>
        <p:spPr>
          <a:xfrm>
            <a:off x="523809" y="3429000"/>
            <a:ext cx="3369833" cy="1815882"/>
          </a:xfrm>
          <a:prstGeom prst="rect">
            <a:avLst/>
          </a:prstGeom>
          <a:noFill/>
        </p:spPr>
        <p:txBody>
          <a:bodyPr wrap="none" rtlCol="0">
            <a:spAutoFit/>
          </a:bodyPr>
          <a:lstStyle/>
          <a:p>
            <a:r>
              <a:rPr lang="en-US" sz="2800" dirty="0"/>
              <a:t>Prod: </a:t>
            </a:r>
            <a:br>
              <a:rPr lang="en-US" sz="2800" dirty="0"/>
            </a:br>
            <a:r>
              <a:rPr lang="en-US" sz="2800" dirty="0" err="1"/>
              <a:t>app.naratech.ca</a:t>
            </a:r>
            <a:br>
              <a:rPr lang="en-US" sz="2800" dirty="0"/>
            </a:br>
            <a:r>
              <a:rPr lang="en-US" sz="2800" dirty="0"/>
              <a:t>Dev: </a:t>
            </a:r>
            <a:br>
              <a:rPr lang="en-US" sz="2800" dirty="0"/>
            </a:br>
            <a:r>
              <a:rPr lang="en-US" sz="2800" dirty="0"/>
              <a:t>dev-</a:t>
            </a:r>
            <a:r>
              <a:rPr lang="en-US" sz="2800" dirty="0" err="1"/>
              <a:t>app.naratech.ca</a:t>
            </a:r>
            <a:endParaRPr lang="en-US" sz="2800" dirty="0"/>
          </a:p>
        </p:txBody>
      </p:sp>
    </p:spTree>
    <p:extLst>
      <p:ext uri="{BB962C8B-B14F-4D97-AF65-F5344CB8AC3E}">
        <p14:creationId xmlns:p14="http://schemas.microsoft.com/office/powerpoint/2010/main" val="708949113"/>
      </p:ext>
    </p:extLst>
  </p:cSld>
  <p:clrMapOvr>
    <a:masterClrMapping/>
  </p:clrMapOvr>
</p:sld>
</file>

<file path=ppt/theme/theme1.xml><?xml version="1.0" encoding="utf-8"?>
<a:theme xmlns:a="http://schemas.openxmlformats.org/drawingml/2006/main" name="DashVTI">
  <a:themeElements>
    <a:clrScheme name="Custom 6">
      <a:dk1>
        <a:sysClr val="windowText" lastClr="000000"/>
      </a:dk1>
      <a:lt1>
        <a:sysClr val="window" lastClr="FFFFFF"/>
      </a:lt1>
      <a:dk2>
        <a:srgbClr val="0D1C3B"/>
      </a:dk2>
      <a:lt2>
        <a:srgbClr val="F5F2F9"/>
      </a:lt2>
      <a:accent1>
        <a:srgbClr val="1973EB"/>
      </a:accent1>
      <a:accent2>
        <a:srgbClr val="25C8A2"/>
      </a:accent2>
      <a:accent3>
        <a:srgbClr val="BF8ED1"/>
      </a:accent3>
      <a:accent4>
        <a:srgbClr val="FE733C"/>
      </a:accent4>
      <a:accent5>
        <a:srgbClr val="FE5A5A"/>
      </a:accent5>
      <a:accent6>
        <a:srgbClr val="1AC16E"/>
      </a:accent6>
      <a:hlink>
        <a:srgbClr val="1AC16E"/>
      </a:hlink>
      <a:folHlink>
        <a:srgbClr val="00B0F0"/>
      </a:folHlink>
    </a:clrScheme>
    <a:fontScheme name="grandview display">
      <a:majorFont>
        <a:latin typeface="Grandview Display"/>
        <a:ea typeface=""/>
        <a:cs typeface=""/>
      </a:majorFont>
      <a:minorFont>
        <a:latin typeface="Grandview Display"/>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shVTI" id="{0A75137F-CDEB-4E94-A788-9D255EBE1B91}" vid="{DE9A6A09-5855-45A3-8E99-4290ED2405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796</TotalTime>
  <Words>6130</Words>
  <Application>Microsoft Macintosh PowerPoint</Application>
  <PresentationFormat>Widescreen</PresentationFormat>
  <Paragraphs>298</Paragraphs>
  <Slides>22</Slides>
  <Notes>21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Aptos</vt:lpstr>
      <vt:lpstr>Arial</vt:lpstr>
      <vt:lpstr>Grandview Display</vt:lpstr>
      <vt:lpstr>Wingdings</vt:lpstr>
      <vt:lpstr>DashVTI</vt:lpstr>
      <vt:lpstr>PowerPoint Presentation</vt:lpstr>
      <vt:lpstr>What will we demonstrate today? </vt:lpstr>
      <vt:lpstr>The Origin Story – From Infrastructure to Insight</vt:lpstr>
      <vt:lpstr>The "Aha!" Moment  Identifying the Gap</vt:lpstr>
      <vt:lpstr>The Researcher's Struggle</vt:lpstr>
      <vt:lpstr>The Farmer's Operational Blind Spot</vt:lpstr>
      <vt:lpstr>Connecting the Dots – ” Emilia AI " Agent Overview</vt:lpstr>
      <vt:lpstr>GPT‑5.1‑Class Models: The Opportunity</vt:lpstr>
      <vt:lpstr>GPT‑5.1 in Practice: Why We Chose a RAG‑First Path</vt:lpstr>
      <vt:lpstr>Retrieval‑Augmented Generation (RAG): Why It Matters</vt:lpstr>
      <vt:lpstr>The Importance of Cloud Computing</vt:lpstr>
      <vt:lpstr>Scalability &amp; High Availability</vt:lpstr>
      <vt:lpstr>Simplified Architecture: Users, Apps, and Core Services</vt:lpstr>
      <vt:lpstr>Simplified Architecture: Data, Knowledge, and Operations</vt:lpstr>
      <vt:lpstr>AWS Building Blocks Behind Emilia</vt:lpstr>
      <vt:lpstr>Proposed Emilia AI Agent Orchestrating Action</vt:lpstr>
      <vt:lpstr>Current Emilia Agent Workflow (Orchestration Level)</vt:lpstr>
      <vt:lpstr>Emilia Enhanced Features in /chat</vt:lpstr>
      <vt:lpstr>How Emilia Helps Farmers </vt:lpstr>
      <vt:lpstr>How Emilia Helps Researchers</vt:lpstr>
      <vt:lpstr>Future Roadmap: Advanced Research &amp; Behaviour Analytics</vt:lpstr>
      <vt:lpstr>Demo Time !!!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Sanjeewa Kumara Narayana Narayana Mudiyanselage</dc:creator>
  <cp:lastModifiedBy>Sanjeewa Kumara Narayana Narayana Mudiyanselage</cp:lastModifiedBy>
  <cp:revision>3</cp:revision>
  <dcterms:created xsi:type="dcterms:W3CDTF">2025-11-19T18:55:00Z</dcterms:created>
  <dcterms:modified xsi:type="dcterms:W3CDTF">2025-11-20T15:30:28Z</dcterms:modified>
</cp:coreProperties>
</file>